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56" r:id="rId2"/>
    <p:sldId id="302" r:id="rId3"/>
    <p:sldId id="303" r:id="rId4"/>
    <p:sldId id="304" r:id="rId5"/>
    <p:sldId id="305" r:id="rId6"/>
    <p:sldId id="333" r:id="rId7"/>
    <p:sldId id="334" r:id="rId8"/>
    <p:sldId id="306" r:id="rId9"/>
    <p:sldId id="320" r:id="rId10"/>
    <p:sldId id="335" r:id="rId11"/>
    <p:sldId id="337" r:id="rId12"/>
    <p:sldId id="336" r:id="rId13"/>
    <p:sldId id="310" r:id="rId14"/>
    <p:sldId id="318" r:id="rId15"/>
    <p:sldId id="339" r:id="rId16"/>
    <p:sldId id="340" r:id="rId17"/>
    <p:sldId id="341" r:id="rId18"/>
    <p:sldId id="316" r:id="rId19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ill Sans MT" panose="020B0502020104020203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18" autoAdjust="0"/>
    <p:restoredTop sz="96208" autoAdjust="0"/>
  </p:normalViewPr>
  <p:slideViewPr>
    <p:cSldViewPr snapToGrid="0">
      <p:cViewPr>
        <p:scale>
          <a:sx n="70" d="100"/>
          <a:sy n="70" d="100"/>
        </p:scale>
        <p:origin x="59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5407C6C-5CBC-6449-BCDD-21635084E80E}" type="doc">
      <dgm:prSet loTypeId="urn:microsoft.com/office/officeart/2008/layout/AlternatingHexagon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98D8A81-8D06-7E4A-AA11-E05883D06166}">
      <dgm:prSet phldrT="[Text]"/>
      <dgm:spPr/>
      <dgm:t>
        <a:bodyPr/>
        <a:lstStyle/>
        <a:p>
          <a:r>
            <a:rPr lang="en-US" dirty="0" smtClean="0"/>
            <a:t>Form</a:t>
          </a:r>
          <a:endParaRPr lang="en-US" dirty="0"/>
        </a:p>
      </dgm:t>
    </dgm:pt>
    <dgm:pt modelId="{D4308A3F-E79D-334E-A2DE-4870576FD511}" type="parTrans" cxnId="{7B641710-F7D2-FC4E-820A-282C00A32EA1}">
      <dgm:prSet/>
      <dgm:spPr/>
      <dgm:t>
        <a:bodyPr/>
        <a:lstStyle/>
        <a:p>
          <a:endParaRPr lang="en-US"/>
        </a:p>
      </dgm:t>
    </dgm:pt>
    <dgm:pt modelId="{2DA161A8-644D-CC40-8993-8C1C933F920F}" type="sibTrans" cxnId="{7B641710-F7D2-FC4E-820A-282C00A32EA1}">
      <dgm:prSet/>
      <dgm:spPr/>
      <dgm:t>
        <a:bodyPr/>
        <a:lstStyle/>
        <a:p>
          <a:endParaRPr lang="en-US"/>
        </a:p>
      </dgm:t>
    </dgm:pt>
    <dgm:pt modelId="{F3AD6052-7FF2-F94E-B916-2BFB24351A0E}">
      <dgm:prSet phldrT="[Text]"/>
      <dgm:spPr/>
      <dgm:t>
        <a:bodyPr/>
        <a:lstStyle/>
        <a:p>
          <a:r>
            <a:rPr lang="en-US" dirty="0" smtClean="0"/>
            <a:t>File</a:t>
          </a:r>
          <a:endParaRPr lang="en-US" dirty="0"/>
        </a:p>
      </dgm:t>
    </dgm:pt>
    <dgm:pt modelId="{D9418B5C-4EF9-0047-BEC9-EEBEC89984E6}" type="parTrans" cxnId="{5C597900-A95D-7F4D-A135-F85827A8867C}">
      <dgm:prSet/>
      <dgm:spPr/>
      <dgm:t>
        <a:bodyPr/>
        <a:lstStyle/>
        <a:p>
          <a:endParaRPr lang="en-US"/>
        </a:p>
      </dgm:t>
    </dgm:pt>
    <dgm:pt modelId="{257F2849-EEF6-F84D-88BE-33FA05C56F86}" type="sibTrans" cxnId="{5C597900-A95D-7F4D-A135-F85827A8867C}">
      <dgm:prSet/>
      <dgm:spPr/>
      <dgm:t>
        <a:bodyPr/>
        <a:lstStyle/>
        <a:p>
          <a:endParaRPr lang="en-US"/>
        </a:p>
      </dgm:t>
    </dgm:pt>
    <dgm:pt modelId="{B416C8D9-7267-4346-BCF7-890F921C1471}" type="pres">
      <dgm:prSet presAssocID="{85407C6C-5CBC-6449-BCDD-21635084E80E}" presName="Name0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87A14E28-AE06-FE4B-9F55-D0FFCA2E1A9F}" type="pres">
      <dgm:prSet presAssocID="{F98D8A81-8D06-7E4A-AA11-E05883D06166}" presName="composite" presStyleCnt="0"/>
      <dgm:spPr/>
    </dgm:pt>
    <dgm:pt modelId="{81339A48-9C06-8F4A-BE4E-6B88440269E4}" type="pres">
      <dgm:prSet presAssocID="{F98D8A81-8D06-7E4A-AA11-E05883D06166}" presName="Parent1" presStyleLbl="node1" presStyleIdx="0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0E9EA8C-E4CB-374A-846B-56D2CF4F6BEE}" type="pres">
      <dgm:prSet presAssocID="{F98D8A81-8D06-7E4A-AA11-E05883D06166}" presName="Child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8E9AF4A4-30A4-C04B-A165-870DBC00A091}" type="pres">
      <dgm:prSet presAssocID="{F98D8A81-8D06-7E4A-AA11-E05883D06166}" presName="BalanceSpacing" presStyleCnt="0"/>
      <dgm:spPr/>
    </dgm:pt>
    <dgm:pt modelId="{1367930C-577C-DB47-BDD6-D4D849CF2E1F}" type="pres">
      <dgm:prSet presAssocID="{F98D8A81-8D06-7E4A-AA11-E05883D06166}" presName="BalanceSpacing1" presStyleCnt="0"/>
      <dgm:spPr/>
    </dgm:pt>
    <dgm:pt modelId="{1F891827-716C-3040-8064-762DEA15687B}" type="pres">
      <dgm:prSet presAssocID="{2DA161A8-644D-CC40-8993-8C1C933F920F}" presName="Accent1Text" presStyleLbl="node1" presStyleIdx="1" presStyleCnt="4"/>
      <dgm:spPr/>
      <dgm:t>
        <a:bodyPr/>
        <a:lstStyle/>
        <a:p>
          <a:endParaRPr lang="en-US"/>
        </a:p>
      </dgm:t>
    </dgm:pt>
    <dgm:pt modelId="{7AC360F9-4EE4-A64D-808C-8ECFA725F464}" type="pres">
      <dgm:prSet presAssocID="{2DA161A8-644D-CC40-8993-8C1C933F920F}" presName="spaceBetweenRectangles" presStyleCnt="0"/>
      <dgm:spPr/>
    </dgm:pt>
    <dgm:pt modelId="{E7824497-F571-374C-B810-6800558666E8}" type="pres">
      <dgm:prSet presAssocID="{F3AD6052-7FF2-F94E-B916-2BFB24351A0E}" presName="composite" presStyleCnt="0"/>
      <dgm:spPr/>
    </dgm:pt>
    <dgm:pt modelId="{D3C2742D-3432-1B46-B2BA-3F5F5B426C75}" type="pres">
      <dgm:prSet presAssocID="{F3AD6052-7FF2-F94E-B916-2BFB24351A0E}" presName="Parent1" presStyleLbl="node1" presStyleIdx="2" presStyleCnt="4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B5E0EC-2CD1-B648-87FA-C675A67DE6A9}" type="pres">
      <dgm:prSet presAssocID="{F3AD6052-7FF2-F94E-B916-2BFB24351A0E}" presName="Childtext1" presStyleLbl="revTx" presStyleIdx="1" presStyleCnt="2">
        <dgm:presLayoutVars>
          <dgm:chMax val="0"/>
          <dgm:chPref val="0"/>
          <dgm:bulletEnabled val="1"/>
        </dgm:presLayoutVars>
      </dgm:prSet>
      <dgm:spPr/>
    </dgm:pt>
    <dgm:pt modelId="{92AB7E8F-78D3-8D41-BC3A-310CF974262C}" type="pres">
      <dgm:prSet presAssocID="{F3AD6052-7FF2-F94E-B916-2BFB24351A0E}" presName="BalanceSpacing" presStyleCnt="0"/>
      <dgm:spPr/>
    </dgm:pt>
    <dgm:pt modelId="{05FCC10B-F823-0A4A-98E3-EE64173732DD}" type="pres">
      <dgm:prSet presAssocID="{F3AD6052-7FF2-F94E-B916-2BFB24351A0E}" presName="BalanceSpacing1" presStyleCnt="0"/>
      <dgm:spPr/>
    </dgm:pt>
    <dgm:pt modelId="{A63F7D3B-1E45-1448-9CC0-84096FA18F54}" type="pres">
      <dgm:prSet presAssocID="{257F2849-EEF6-F84D-88BE-33FA05C56F86}" presName="Accent1Text" presStyleLbl="node1" presStyleIdx="3" presStyleCnt="4"/>
      <dgm:spPr/>
      <dgm:t>
        <a:bodyPr/>
        <a:lstStyle/>
        <a:p>
          <a:endParaRPr lang="en-US"/>
        </a:p>
      </dgm:t>
    </dgm:pt>
  </dgm:ptLst>
  <dgm:cxnLst>
    <dgm:cxn modelId="{52D8963E-4159-7246-B558-61F0B7CA3BD6}" type="presOf" srcId="{257F2849-EEF6-F84D-88BE-33FA05C56F86}" destId="{A63F7D3B-1E45-1448-9CC0-84096FA18F54}" srcOrd="0" destOrd="0" presId="urn:microsoft.com/office/officeart/2008/layout/AlternatingHexagons"/>
    <dgm:cxn modelId="{BCD37359-90A4-FC4C-9ADB-13C7670E2770}" type="presOf" srcId="{F3AD6052-7FF2-F94E-B916-2BFB24351A0E}" destId="{D3C2742D-3432-1B46-B2BA-3F5F5B426C75}" srcOrd="0" destOrd="0" presId="urn:microsoft.com/office/officeart/2008/layout/AlternatingHexagons"/>
    <dgm:cxn modelId="{5C597900-A95D-7F4D-A135-F85827A8867C}" srcId="{85407C6C-5CBC-6449-BCDD-21635084E80E}" destId="{F3AD6052-7FF2-F94E-B916-2BFB24351A0E}" srcOrd="1" destOrd="0" parTransId="{D9418B5C-4EF9-0047-BEC9-EEBEC89984E6}" sibTransId="{257F2849-EEF6-F84D-88BE-33FA05C56F86}"/>
    <dgm:cxn modelId="{F0128F63-B6BA-F845-87EE-65B1D286F455}" type="presOf" srcId="{2DA161A8-644D-CC40-8993-8C1C933F920F}" destId="{1F891827-716C-3040-8064-762DEA15687B}" srcOrd="0" destOrd="0" presId="urn:microsoft.com/office/officeart/2008/layout/AlternatingHexagons"/>
    <dgm:cxn modelId="{7B641710-F7D2-FC4E-820A-282C00A32EA1}" srcId="{85407C6C-5CBC-6449-BCDD-21635084E80E}" destId="{F98D8A81-8D06-7E4A-AA11-E05883D06166}" srcOrd="0" destOrd="0" parTransId="{D4308A3F-E79D-334E-A2DE-4870576FD511}" sibTransId="{2DA161A8-644D-CC40-8993-8C1C933F920F}"/>
    <dgm:cxn modelId="{39D54A56-DCFA-3245-8DEE-48561F06AA6B}" type="presOf" srcId="{85407C6C-5CBC-6449-BCDD-21635084E80E}" destId="{B416C8D9-7267-4346-BCF7-890F921C1471}" srcOrd="0" destOrd="0" presId="urn:microsoft.com/office/officeart/2008/layout/AlternatingHexagons"/>
    <dgm:cxn modelId="{627550AC-89A0-2446-9B61-62C20891328D}" type="presOf" srcId="{F98D8A81-8D06-7E4A-AA11-E05883D06166}" destId="{81339A48-9C06-8F4A-BE4E-6B88440269E4}" srcOrd="0" destOrd="0" presId="urn:microsoft.com/office/officeart/2008/layout/AlternatingHexagons"/>
    <dgm:cxn modelId="{ED95B8B9-2C5B-2D40-B6C6-0CB172C4EB91}" type="presParOf" srcId="{B416C8D9-7267-4346-BCF7-890F921C1471}" destId="{87A14E28-AE06-FE4B-9F55-D0FFCA2E1A9F}" srcOrd="0" destOrd="0" presId="urn:microsoft.com/office/officeart/2008/layout/AlternatingHexagons"/>
    <dgm:cxn modelId="{D7AC614F-81CA-D04A-910C-A468B97D77CD}" type="presParOf" srcId="{87A14E28-AE06-FE4B-9F55-D0FFCA2E1A9F}" destId="{81339A48-9C06-8F4A-BE4E-6B88440269E4}" srcOrd="0" destOrd="0" presId="urn:microsoft.com/office/officeart/2008/layout/AlternatingHexagons"/>
    <dgm:cxn modelId="{B25FA95E-7B72-4649-A03F-EA3004725750}" type="presParOf" srcId="{87A14E28-AE06-FE4B-9F55-D0FFCA2E1A9F}" destId="{F0E9EA8C-E4CB-374A-846B-56D2CF4F6BEE}" srcOrd="1" destOrd="0" presId="urn:microsoft.com/office/officeart/2008/layout/AlternatingHexagons"/>
    <dgm:cxn modelId="{0E5A9101-E72C-0D49-B7EC-764C7928066F}" type="presParOf" srcId="{87A14E28-AE06-FE4B-9F55-D0FFCA2E1A9F}" destId="{8E9AF4A4-30A4-C04B-A165-870DBC00A091}" srcOrd="2" destOrd="0" presId="urn:microsoft.com/office/officeart/2008/layout/AlternatingHexagons"/>
    <dgm:cxn modelId="{C6B70990-4A7C-3F4F-B50B-9EF5899911CF}" type="presParOf" srcId="{87A14E28-AE06-FE4B-9F55-D0FFCA2E1A9F}" destId="{1367930C-577C-DB47-BDD6-D4D849CF2E1F}" srcOrd="3" destOrd="0" presId="urn:microsoft.com/office/officeart/2008/layout/AlternatingHexagons"/>
    <dgm:cxn modelId="{20085478-69FE-0A42-A6B4-9C935E6A48A5}" type="presParOf" srcId="{87A14E28-AE06-FE4B-9F55-D0FFCA2E1A9F}" destId="{1F891827-716C-3040-8064-762DEA15687B}" srcOrd="4" destOrd="0" presId="urn:microsoft.com/office/officeart/2008/layout/AlternatingHexagons"/>
    <dgm:cxn modelId="{3DE46516-4077-EA40-B572-543B34A1E692}" type="presParOf" srcId="{B416C8D9-7267-4346-BCF7-890F921C1471}" destId="{7AC360F9-4EE4-A64D-808C-8ECFA725F464}" srcOrd="1" destOrd="0" presId="urn:microsoft.com/office/officeart/2008/layout/AlternatingHexagons"/>
    <dgm:cxn modelId="{40D04E7F-C534-6044-9208-98F3ACA9D5E6}" type="presParOf" srcId="{B416C8D9-7267-4346-BCF7-890F921C1471}" destId="{E7824497-F571-374C-B810-6800558666E8}" srcOrd="2" destOrd="0" presId="urn:microsoft.com/office/officeart/2008/layout/AlternatingHexagons"/>
    <dgm:cxn modelId="{015770EC-2C16-AD4E-943D-F6D3512F3F51}" type="presParOf" srcId="{E7824497-F571-374C-B810-6800558666E8}" destId="{D3C2742D-3432-1B46-B2BA-3F5F5B426C75}" srcOrd="0" destOrd="0" presId="urn:microsoft.com/office/officeart/2008/layout/AlternatingHexagons"/>
    <dgm:cxn modelId="{53F49933-6EFF-0446-8D91-B18D023B81E3}" type="presParOf" srcId="{E7824497-F571-374C-B810-6800558666E8}" destId="{C9B5E0EC-2CD1-B648-87FA-C675A67DE6A9}" srcOrd="1" destOrd="0" presId="urn:microsoft.com/office/officeart/2008/layout/AlternatingHexagons"/>
    <dgm:cxn modelId="{A347D688-F679-EF43-A7D5-433872173352}" type="presParOf" srcId="{E7824497-F571-374C-B810-6800558666E8}" destId="{92AB7E8F-78D3-8D41-BC3A-310CF974262C}" srcOrd="2" destOrd="0" presId="urn:microsoft.com/office/officeart/2008/layout/AlternatingHexagons"/>
    <dgm:cxn modelId="{85E780FF-597E-FA4D-99A5-165E9553F736}" type="presParOf" srcId="{E7824497-F571-374C-B810-6800558666E8}" destId="{05FCC10B-F823-0A4A-98E3-EE64173732DD}" srcOrd="3" destOrd="0" presId="urn:microsoft.com/office/officeart/2008/layout/AlternatingHexagons"/>
    <dgm:cxn modelId="{BD16137E-680F-7945-B182-56872ABAFD50}" type="presParOf" srcId="{E7824497-F571-374C-B810-6800558666E8}" destId="{A63F7D3B-1E45-1448-9CC0-84096FA18F5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CDC98A4-95D5-4512-9772-D26E44450CFA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0213AA4-BF6F-4A4E-9025-972300363297}">
      <dgm:prSet/>
      <dgm:spPr/>
      <dgm:t>
        <a:bodyPr/>
        <a:lstStyle/>
        <a:p>
          <a:r>
            <a:rPr lang="en-US" dirty="0" err="1" smtClean="0"/>
            <a:t>Memahami</a:t>
          </a:r>
          <a:r>
            <a:rPr lang="en-US" dirty="0" smtClean="0"/>
            <a:t> </a:t>
          </a:r>
          <a:r>
            <a:rPr lang="en-US" dirty="0" err="1" smtClean="0"/>
            <a:t>konsep</a:t>
          </a:r>
          <a:r>
            <a:rPr lang="en-US" dirty="0" smtClean="0"/>
            <a:t> form </a:t>
          </a:r>
          <a:r>
            <a:rPr lang="en-US" dirty="0" err="1" smtClean="0"/>
            <a:t>dan</a:t>
          </a:r>
          <a:r>
            <a:rPr lang="en-US" dirty="0" smtClean="0"/>
            <a:t> file.</a:t>
          </a:r>
          <a:endParaRPr lang="en-US" dirty="0"/>
        </a:p>
      </dgm:t>
    </dgm:pt>
    <dgm:pt modelId="{8182A440-7B3C-4343-B9DB-9CB47B97EBE5}" type="parTrans" cxnId="{3CB9AC07-EB4D-4396-9082-368A5372F47B}">
      <dgm:prSet/>
      <dgm:spPr/>
      <dgm:t>
        <a:bodyPr/>
        <a:lstStyle/>
        <a:p>
          <a:endParaRPr lang="en-US"/>
        </a:p>
      </dgm:t>
    </dgm:pt>
    <dgm:pt modelId="{125CFA4D-FBF6-4F3E-949C-C17F95AEFB06}" type="sibTrans" cxnId="{3CB9AC07-EB4D-4396-9082-368A5372F47B}">
      <dgm:prSet/>
      <dgm:spPr/>
      <dgm:t>
        <a:bodyPr/>
        <a:lstStyle/>
        <a:p>
          <a:endParaRPr lang="en-US"/>
        </a:p>
      </dgm:t>
    </dgm:pt>
    <dgm:pt modelId="{EA75518B-58A8-4EC2-806A-3B786BBD5FA9}">
      <dgm:prSet/>
      <dgm:spPr/>
      <dgm:t>
        <a:bodyPr/>
        <a:lstStyle/>
        <a:p>
          <a:r>
            <a:rPr lang="en-US" dirty="0" err="1" smtClean="0"/>
            <a:t>Mempu</a:t>
          </a:r>
          <a:r>
            <a:rPr lang="en-US" dirty="0" smtClean="0"/>
            <a:t> </a:t>
          </a:r>
          <a:r>
            <a:rPr lang="en-US" dirty="0" err="1" smtClean="0"/>
            <a:t>mengimplementasikan</a:t>
          </a:r>
          <a:r>
            <a:rPr lang="en-US" dirty="0" smtClean="0"/>
            <a:t> form </a:t>
          </a:r>
          <a:r>
            <a:rPr lang="en-US" i="1" dirty="0" smtClean="0"/>
            <a:t>processing </a:t>
          </a:r>
          <a:r>
            <a:rPr lang="en-US" i="0" dirty="0" err="1" smtClean="0"/>
            <a:t>dan</a:t>
          </a:r>
          <a:r>
            <a:rPr lang="en-US" i="0" dirty="0" smtClean="0"/>
            <a:t> </a:t>
          </a:r>
          <a:r>
            <a:rPr lang="en-US" i="1" dirty="0" smtClean="0"/>
            <a:t>file upload </a:t>
          </a:r>
          <a:r>
            <a:rPr lang="en-US" i="0" dirty="0" err="1" smtClean="0"/>
            <a:t>menggunakan</a:t>
          </a:r>
          <a:r>
            <a:rPr lang="en-US" i="0" dirty="0" smtClean="0"/>
            <a:t> PHP</a:t>
          </a:r>
          <a:endParaRPr lang="en-US" dirty="0"/>
        </a:p>
      </dgm:t>
    </dgm:pt>
    <dgm:pt modelId="{8BD9D5E3-BD82-4510-B0F2-B1F725F46091}" type="parTrans" cxnId="{63D3DA0F-D13B-4DD6-BB01-CB8CA4714A18}">
      <dgm:prSet/>
      <dgm:spPr/>
      <dgm:t>
        <a:bodyPr/>
        <a:lstStyle/>
        <a:p>
          <a:endParaRPr lang="en-US"/>
        </a:p>
      </dgm:t>
    </dgm:pt>
    <dgm:pt modelId="{2446B503-CD7B-4AD9-AD22-584BE57ECB87}" type="sibTrans" cxnId="{63D3DA0F-D13B-4DD6-BB01-CB8CA4714A18}">
      <dgm:prSet/>
      <dgm:spPr/>
      <dgm:t>
        <a:bodyPr/>
        <a:lstStyle/>
        <a:p>
          <a:endParaRPr lang="en-US"/>
        </a:p>
      </dgm:t>
    </dgm:pt>
    <dgm:pt modelId="{C5FC07D4-D18C-41CD-B6AC-2008729E0785}" type="pres">
      <dgm:prSet presAssocID="{2CDC98A4-95D5-4512-9772-D26E44450CFA}" presName="rootnode" presStyleCnt="0">
        <dgm:presLayoutVars>
          <dgm:chMax/>
          <dgm:chPref/>
          <dgm:dir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020164DD-C12F-4774-9068-68E912F370A4}" type="pres">
      <dgm:prSet presAssocID="{D0213AA4-BF6F-4A4E-9025-972300363297}" presName="composite" presStyleCnt="0"/>
      <dgm:spPr/>
    </dgm:pt>
    <dgm:pt modelId="{1D1C0097-84C9-4369-8FBF-1933496A2499}" type="pres">
      <dgm:prSet presAssocID="{D0213AA4-BF6F-4A4E-9025-972300363297}" presName="LShape" presStyleLbl="alignNode1" presStyleIdx="0" presStyleCnt="3"/>
      <dgm:spPr/>
    </dgm:pt>
    <dgm:pt modelId="{57CECC9E-EC1B-4742-9B2D-52AE3FCAC83D}" type="pres">
      <dgm:prSet presAssocID="{D0213AA4-BF6F-4A4E-9025-972300363297}" presName="ParentText" presStyleLbl="revTx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7E79666-2359-43BB-954E-64623E3A8082}" type="pres">
      <dgm:prSet presAssocID="{D0213AA4-BF6F-4A4E-9025-972300363297}" presName="Triangle" presStyleLbl="alignNode1" presStyleIdx="1" presStyleCnt="3"/>
      <dgm:spPr/>
    </dgm:pt>
    <dgm:pt modelId="{D9FB98C7-A30B-48F3-8F3B-5DDA944942BF}" type="pres">
      <dgm:prSet presAssocID="{125CFA4D-FBF6-4F3E-949C-C17F95AEFB06}" presName="sibTrans" presStyleCnt="0"/>
      <dgm:spPr/>
    </dgm:pt>
    <dgm:pt modelId="{0E065A5F-D924-4A63-B9D1-FD67024DAC10}" type="pres">
      <dgm:prSet presAssocID="{125CFA4D-FBF6-4F3E-949C-C17F95AEFB06}" presName="space" presStyleCnt="0"/>
      <dgm:spPr/>
    </dgm:pt>
    <dgm:pt modelId="{E916302A-FF3A-4A06-B61D-2C2FB316EFDC}" type="pres">
      <dgm:prSet presAssocID="{EA75518B-58A8-4EC2-806A-3B786BBD5FA9}" presName="composite" presStyleCnt="0"/>
      <dgm:spPr/>
    </dgm:pt>
    <dgm:pt modelId="{B1B01CBB-8EB2-4ADD-81FC-8E85016BD214}" type="pres">
      <dgm:prSet presAssocID="{EA75518B-58A8-4EC2-806A-3B786BBD5FA9}" presName="LShape" presStyleLbl="alignNode1" presStyleIdx="2" presStyleCnt="3"/>
      <dgm:spPr/>
    </dgm:pt>
    <dgm:pt modelId="{DA312F47-6ECD-41CF-A8D1-1D3A53023638}" type="pres">
      <dgm:prSet presAssocID="{EA75518B-58A8-4EC2-806A-3B786BBD5FA9}" presName="ParentText" presStyleLbl="revTx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3D3DA0F-D13B-4DD6-BB01-CB8CA4714A18}" srcId="{2CDC98A4-95D5-4512-9772-D26E44450CFA}" destId="{EA75518B-58A8-4EC2-806A-3B786BBD5FA9}" srcOrd="1" destOrd="0" parTransId="{8BD9D5E3-BD82-4510-B0F2-B1F725F46091}" sibTransId="{2446B503-CD7B-4AD9-AD22-584BE57ECB87}"/>
    <dgm:cxn modelId="{D386E9B9-3733-417C-95F0-D87F914F2889}" type="presOf" srcId="{2CDC98A4-95D5-4512-9772-D26E44450CFA}" destId="{C5FC07D4-D18C-41CD-B6AC-2008729E0785}" srcOrd="0" destOrd="0" presId="urn:microsoft.com/office/officeart/2009/3/layout/StepUpProcess"/>
    <dgm:cxn modelId="{A5279805-FF91-4B28-A50F-004588C657DB}" type="presOf" srcId="{D0213AA4-BF6F-4A4E-9025-972300363297}" destId="{57CECC9E-EC1B-4742-9B2D-52AE3FCAC83D}" srcOrd="0" destOrd="0" presId="urn:microsoft.com/office/officeart/2009/3/layout/StepUpProcess"/>
    <dgm:cxn modelId="{3CB9AC07-EB4D-4396-9082-368A5372F47B}" srcId="{2CDC98A4-95D5-4512-9772-D26E44450CFA}" destId="{D0213AA4-BF6F-4A4E-9025-972300363297}" srcOrd="0" destOrd="0" parTransId="{8182A440-7B3C-4343-B9DB-9CB47B97EBE5}" sibTransId="{125CFA4D-FBF6-4F3E-949C-C17F95AEFB06}"/>
    <dgm:cxn modelId="{BCC404C6-5710-4B39-B0CD-96CCA8E729ED}" type="presOf" srcId="{EA75518B-58A8-4EC2-806A-3B786BBD5FA9}" destId="{DA312F47-6ECD-41CF-A8D1-1D3A53023638}" srcOrd="0" destOrd="0" presId="urn:microsoft.com/office/officeart/2009/3/layout/StepUpProcess"/>
    <dgm:cxn modelId="{CFA2CCF7-2E2D-4183-9C21-C0999A117F7F}" type="presParOf" srcId="{C5FC07D4-D18C-41CD-B6AC-2008729E0785}" destId="{020164DD-C12F-4774-9068-68E912F370A4}" srcOrd="0" destOrd="0" presId="urn:microsoft.com/office/officeart/2009/3/layout/StepUpProcess"/>
    <dgm:cxn modelId="{21BE77C9-4DC7-4E37-B571-5DC33DC385DC}" type="presParOf" srcId="{020164DD-C12F-4774-9068-68E912F370A4}" destId="{1D1C0097-84C9-4369-8FBF-1933496A2499}" srcOrd="0" destOrd="0" presId="urn:microsoft.com/office/officeart/2009/3/layout/StepUpProcess"/>
    <dgm:cxn modelId="{A2199C3D-C23F-4908-8E58-C5F34CD143CC}" type="presParOf" srcId="{020164DD-C12F-4774-9068-68E912F370A4}" destId="{57CECC9E-EC1B-4742-9B2D-52AE3FCAC83D}" srcOrd="1" destOrd="0" presId="urn:microsoft.com/office/officeart/2009/3/layout/StepUpProcess"/>
    <dgm:cxn modelId="{F4327F87-39FA-4BA7-9E10-70B9FD4607D3}" type="presParOf" srcId="{020164DD-C12F-4774-9068-68E912F370A4}" destId="{17E79666-2359-43BB-954E-64623E3A8082}" srcOrd="2" destOrd="0" presId="urn:microsoft.com/office/officeart/2009/3/layout/StepUpProcess"/>
    <dgm:cxn modelId="{07C55588-0B7E-4791-9124-69CDD0A577BA}" type="presParOf" srcId="{C5FC07D4-D18C-41CD-B6AC-2008729E0785}" destId="{D9FB98C7-A30B-48F3-8F3B-5DDA944942BF}" srcOrd="1" destOrd="0" presId="urn:microsoft.com/office/officeart/2009/3/layout/StepUpProcess"/>
    <dgm:cxn modelId="{EB5389D1-4FE8-4524-B457-8FA8C2C4787F}" type="presParOf" srcId="{D9FB98C7-A30B-48F3-8F3B-5DDA944942BF}" destId="{0E065A5F-D924-4A63-B9D1-FD67024DAC10}" srcOrd="0" destOrd="0" presId="urn:microsoft.com/office/officeart/2009/3/layout/StepUpProcess"/>
    <dgm:cxn modelId="{3CCA0FE6-B9B3-456F-8C77-FFB5CB4A0F50}" type="presParOf" srcId="{C5FC07D4-D18C-41CD-B6AC-2008729E0785}" destId="{E916302A-FF3A-4A06-B61D-2C2FB316EFDC}" srcOrd="2" destOrd="0" presId="urn:microsoft.com/office/officeart/2009/3/layout/StepUpProcess"/>
    <dgm:cxn modelId="{75630DF0-1C20-4028-BA13-14D16F18938E}" type="presParOf" srcId="{E916302A-FF3A-4A06-B61D-2C2FB316EFDC}" destId="{B1B01CBB-8EB2-4ADD-81FC-8E85016BD214}" srcOrd="0" destOrd="0" presId="urn:microsoft.com/office/officeart/2009/3/layout/StepUpProcess"/>
    <dgm:cxn modelId="{BCBF7EA4-1F0A-4E22-A44F-28375D30C3D3}" type="presParOf" srcId="{E916302A-FF3A-4A06-B61D-2C2FB316EFDC}" destId="{DA312F47-6ECD-41CF-A8D1-1D3A53023638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0B53DB8-4518-46A2-AA85-04AADB2A2076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D909F37-6382-49E6-AA87-369520CBB132}">
      <dgm:prSet/>
      <dgm:spPr/>
      <dgm:t>
        <a:bodyPr/>
        <a:lstStyle/>
        <a:p>
          <a:r>
            <a:rPr lang="en-US" dirty="0"/>
            <a:t>Thanks </a:t>
          </a:r>
        </a:p>
      </dgm:t>
    </dgm:pt>
    <dgm:pt modelId="{B3C79D2C-EA58-4365-84AD-D3FB89BCFBB3}" type="parTrans" cxnId="{6ED8F133-3B1C-47DA-9CEE-6BC0B5D84AA9}">
      <dgm:prSet/>
      <dgm:spPr/>
      <dgm:t>
        <a:bodyPr/>
        <a:lstStyle/>
        <a:p>
          <a:endParaRPr lang="en-US"/>
        </a:p>
      </dgm:t>
    </dgm:pt>
    <dgm:pt modelId="{0A62CECD-B664-44D6-8937-CC4C5452AC80}" type="sibTrans" cxnId="{6ED8F133-3B1C-47DA-9CEE-6BC0B5D84AA9}">
      <dgm:prSet/>
      <dgm:spPr/>
      <dgm:t>
        <a:bodyPr/>
        <a:lstStyle/>
        <a:p>
          <a:endParaRPr lang="en-US"/>
        </a:p>
      </dgm:t>
    </dgm:pt>
    <dgm:pt modelId="{BD50A123-CFC3-42D0-8ABA-A10D94F73418}">
      <dgm:prSet/>
      <dgm:spPr/>
      <dgm:t>
        <a:bodyPr/>
        <a:lstStyle/>
        <a:p>
          <a:r>
            <a:rPr lang="en-US" dirty="0"/>
            <a:t>Next</a:t>
          </a:r>
        </a:p>
      </dgm:t>
    </dgm:pt>
    <dgm:pt modelId="{6513CB18-29AC-4B43-B91E-253C8763D0F0}" type="parTrans" cxnId="{2FE543EB-107B-4347-B4C9-608C42280373}">
      <dgm:prSet/>
      <dgm:spPr/>
      <dgm:t>
        <a:bodyPr/>
        <a:lstStyle/>
        <a:p>
          <a:endParaRPr lang="en-US"/>
        </a:p>
      </dgm:t>
    </dgm:pt>
    <dgm:pt modelId="{50B6041C-FD53-4044-9BDD-CBABB4790DD8}" type="sibTrans" cxnId="{2FE543EB-107B-4347-B4C9-608C42280373}">
      <dgm:prSet/>
      <dgm:spPr/>
      <dgm:t>
        <a:bodyPr/>
        <a:lstStyle/>
        <a:p>
          <a:endParaRPr lang="en-US"/>
        </a:p>
      </dgm:t>
    </dgm:pt>
    <dgm:pt modelId="{018892A5-59DF-425D-AB42-78E4EB83F670}">
      <dgm:prSet/>
      <dgm:spPr/>
      <dgm:t>
        <a:bodyPr/>
        <a:lstStyle/>
        <a:p>
          <a:r>
            <a:rPr lang="en-US"/>
            <a:t>Let’s code</a:t>
          </a:r>
        </a:p>
      </dgm:t>
    </dgm:pt>
    <dgm:pt modelId="{35F5FF04-530C-41A7-AAF5-7E3949C57BA5}" type="parTrans" cxnId="{B0490B90-DA23-4985-8984-9C8901E95F0B}">
      <dgm:prSet/>
      <dgm:spPr/>
      <dgm:t>
        <a:bodyPr/>
        <a:lstStyle/>
        <a:p>
          <a:endParaRPr lang="en-US"/>
        </a:p>
      </dgm:t>
    </dgm:pt>
    <dgm:pt modelId="{C75FAF1B-06D0-45FE-9360-05013ECC047E}" type="sibTrans" cxnId="{B0490B90-DA23-4985-8984-9C8901E95F0B}">
      <dgm:prSet/>
      <dgm:spPr/>
      <dgm:t>
        <a:bodyPr/>
        <a:lstStyle/>
        <a:p>
          <a:endParaRPr lang="en-US"/>
        </a:p>
      </dgm:t>
    </dgm:pt>
    <dgm:pt modelId="{4C6C0092-D473-474C-A485-14CE7E820EF8}" type="pres">
      <dgm:prSet presAssocID="{80B53DB8-4518-46A2-AA85-04AADB2A2076}" presName="Name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13805F07-6267-467B-920E-FC75962AC306}" type="pres">
      <dgm:prSet presAssocID="{3D909F37-6382-49E6-AA87-369520CBB132}" presName="chaos" presStyleCnt="0"/>
      <dgm:spPr/>
    </dgm:pt>
    <dgm:pt modelId="{7ABDA6B8-5FFF-43E7-B72B-B6A059E8D168}" type="pres">
      <dgm:prSet presAssocID="{3D909F37-6382-49E6-AA87-369520CBB132}" presName="parTx1" presStyleLbl="revTx" presStyleIdx="0" presStyleCnt="2"/>
      <dgm:spPr/>
      <dgm:t>
        <a:bodyPr/>
        <a:lstStyle/>
        <a:p>
          <a:endParaRPr lang="en-US"/>
        </a:p>
      </dgm:t>
    </dgm:pt>
    <dgm:pt modelId="{C8FD4DEF-E66D-418B-BED7-CF388555B61A}" type="pres">
      <dgm:prSet presAssocID="{3D909F37-6382-49E6-AA87-369520CBB132}" presName="c1" presStyleLbl="node1" presStyleIdx="0" presStyleCnt="19"/>
      <dgm:spPr/>
    </dgm:pt>
    <dgm:pt modelId="{5732CE7D-9D8C-476C-8D51-637FAADA7F5B}" type="pres">
      <dgm:prSet presAssocID="{3D909F37-6382-49E6-AA87-369520CBB132}" presName="c2" presStyleLbl="node1" presStyleIdx="1" presStyleCnt="19"/>
      <dgm:spPr/>
    </dgm:pt>
    <dgm:pt modelId="{BC4D04A1-ED74-47FD-B9A4-B83CC0DDDE60}" type="pres">
      <dgm:prSet presAssocID="{3D909F37-6382-49E6-AA87-369520CBB132}" presName="c3" presStyleLbl="node1" presStyleIdx="2" presStyleCnt="19"/>
      <dgm:spPr/>
    </dgm:pt>
    <dgm:pt modelId="{0C1AD38B-6EA1-4C02-AA5F-1035F52F9723}" type="pres">
      <dgm:prSet presAssocID="{3D909F37-6382-49E6-AA87-369520CBB132}" presName="c4" presStyleLbl="node1" presStyleIdx="3" presStyleCnt="19"/>
      <dgm:spPr/>
    </dgm:pt>
    <dgm:pt modelId="{564B9041-A991-41B2-934C-6CD555ED8941}" type="pres">
      <dgm:prSet presAssocID="{3D909F37-6382-49E6-AA87-369520CBB132}" presName="c5" presStyleLbl="node1" presStyleIdx="4" presStyleCnt="19"/>
      <dgm:spPr/>
    </dgm:pt>
    <dgm:pt modelId="{E3DC5439-D9C9-4CAC-9243-5C4537EA3036}" type="pres">
      <dgm:prSet presAssocID="{3D909F37-6382-49E6-AA87-369520CBB132}" presName="c6" presStyleLbl="node1" presStyleIdx="5" presStyleCnt="19"/>
      <dgm:spPr/>
    </dgm:pt>
    <dgm:pt modelId="{280CCD4C-2B30-4AA0-8267-4C33A69007DE}" type="pres">
      <dgm:prSet presAssocID="{3D909F37-6382-49E6-AA87-369520CBB132}" presName="c7" presStyleLbl="node1" presStyleIdx="6" presStyleCnt="19"/>
      <dgm:spPr/>
    </dgm:pt>
    <dgm:pt modelId="{716F70BF-D7C4-4CE2-AAF7-8E1C7F9CE7B9}" type="pres">
      <dgm:prSet presAssocID="{3D909F37-6382-49E6-AA87-369520CBB132}" presName="c8" presStyleLbl="node1" presStyleIdx="7" presStyleCnt="19"/>
      <dgm:spPr/>
    </dgm:pt>
    <dgm:pt modelId="{EDB24B4F-2E1D-4937-A425-8DAEBBDE7CE6}" type="pres">
      <dgm:prSet presAssocID="{3D909F37-6382-49E6-AA87-369520CBB132}" presName="c9" presStyleLbl="node1" presStyleIdx="8" presStyleCnt="19"/>
      <dgm:spPr/>
    </dgm:pt>
    <dgm:pt modelId="{BE4775E9-86ED-4F0A-94D3-A817CE390C79}" type="pres">
      <dgm:prSet presAssocID="{3D909F37-6382-49E6-AA87-369520CBB132}" presName="c10" presStyleLbl="node1" presStyleIdx="9" presStyleCnt="19"/>
      <dgm:spPr/>
    </dgm:pt>
    <dgm:pt modelId="{D33AB8AF-543A-427E-8B92-0C08245343D9}" type="pres">
      <dgm:prSet presAssocID="{3D909F37-6382-49E6-AA87-369520CBB132}" presName="c11" presStyleLbl="node1" presStyleIdx="10" presStyleCnt="19"/>
      <dgm:spPr/>
    </dgm:pt>
    <dgm:pt modelId="{98F2D028-74DA-44E2-B270-6554B5253870}" type="pres">
      <dgm:prSet presAssocID="{3D909F37-6382-49E6-AA87-369520CBB132}" presName="c12" presStyleLbl="node1" presStyleIdx="11" presStyleCnt="19"/>
      <dgm:spPr/>
    </dgm:pt>
    <dgm:pt modelId="{966FF875-3717-4BA6-AD5D-D923F4B31D42}" type="pres">
      <dgm:prSet presAssocID="{3D909F37-6382-49E6-AA87-369520CBB132}" presName="c13" presStyleLbl="node1" presStyleIdx="12" presStyleCnt="19"/>
      <dgm:spPr/>
    </dgm:pt>
    <dgm:pt modelId="{53BA5BF7-2FD3-4834-88AC-E6E80E52B81A}" type="pres">
      <dgm:prSet presAssocID="{3D909F37-6382-49E6-AA87-369520CBB132}" presName="c14" presStyleLbl="node1" presStyleIdx="13" presStyleCnt="19"/>
      <dgm:spPr/>
    </dgm:pt>
    <dgm:pt modelId="{92859D3F-474D-4C55-ACF0-FC4DCA629B47}" type="pres">
      <dgm:prSet presAssocID="{3D909F37-6382-49E6-AA87-369520CBB132}" presName="c15" presStyleLbl="node1" presStyleIdx="14" presStyleCnt="19"/>
      <dgm:spPr/>
    </dgm:pt>
    <dgm:pt modelId="{C12D48D7-8981-4DCF-80E2-F47A6F17EC96}" type="pres">
      <dgm:prSet presAssocID="{3D909F37-6382-49E6-AA87-369520CBB132}" presName="c16" presStyleLbl="node1" presStyleIdx="15" presStyleCnt="19"/>
      <dgm:spPr/>
    </dgm:pt>
    <dgm:pt modelId="{CCB4240A-1C65-458E-9808-E78F6A9B5824}" type="pres">
      <dgm:prSet presAssocID="{3D909F37-6382-49E6-AA87-369520CBB132}" presName="c17" presStyleLbl="node1" presStyleIdx="16" presStyleCnt="19"/>
      <dgm:spPr/>
    </dgm:pt>
    <dgm:pt modelId="{FCB82EE9-BB98-46CC-ABC7-5A35FDC7DD3E}" type="pres">
      <dgm:prSet presAssocID="{3D909F37-6382-49E6-AA87-369520CBB132}" presName="c18" presStyleLbl="node1" presStyleIdx="17" presStyleCnt="19"/>
      <dgm:spPr/>
    </dgm:pt>
    <dgm:pt modelId="{9A89A632-93A6-4DCB-AFFB-FBB24A547FB8}" type="pres">
      <dgm:prSet presAssocID="{0A62CECD-B664-44D6-8937-CC4C5452AC80}" presName="chevronComposite1" presStyleCnt="0"/>
      <dgm:spPr/>
    </dgm:pt>
    <dgm:pt modelId="{F636637E-94FE-4C1F-A46D-1B4BE100F2DB}" type="pres">
      <dgm:prSet presAssocID="{0A62CECD-B664-44D6-8937-CC4C5452AC80}" presName="chevron1" presStyleLbl="sibTrans2D1" presStyleIdx="0" presStyleCnt="2"/>
      <dgm:spPr/>
    </dgm:pt>
    <dgm:pt modelId="{228D1B55-7583-4438-AE79-0E7919EE375B}" type="pres">
      <dgm:prSet presAssocID="{0A62CECD-B664-44D6-8937-CC4C5452AC80}" presName="spChevron1" presStyleCnt="0"/>
      <dgm:spPr/>
    </dgm:pt>
    <dgm:pt modelId="{76CCB4CF-A323-4DFD-AAFF-1B67DFC50FF4}" type="pres">
      <dgm:prSet presAssocID="{BD50A123-CFC3-42D0-8ABA-A10D94F73418}" presName="middle" presStyleCnt="0"/>
      <dgm:spPr/>
    </dgm:pt>
    <dgm:pt modelId="{4850DD16-901A-477B-BCFB-6566ECA75ADE}" type="pres">
      <dgm:prSet presAssocID="{BD50A123-CFC3-42D0-8ABA-A10D94F73418}" presName="parTxMid" presStyleLbl="revTx" presStyleIdx="1" presStyleCnt="2"/>
      <dgm:spPr/>
      <dgm:t>
        <a:bodyPr/>
        <a:lstStyle/>
        <a:p>
          <a:endParaRPr lang="en-US"/>
        </a:p>
      </dgm:t>
    </dgm:pt>
    <dgm:pt modelId="{EEF1F52A-4BDD-4825-9E2C-10547428A025}" type="pres">
      <dgm:prSet presAssocID="{BD50A123-CFC3-42D0-8ABA-A10D94F73418}" presName="spMid" presStyleCnt="0"/>
      <dgm:spPr/>
    </dgm:pt>
    <dgm:pt modelId="{C7E76A29-B32F-4434-BDDB-0A0709FF0D35}" type="pres">
      <dgm:prSet presAssocID="{50B6041C-FD53-4044-9BDD-CBABB4790DD8}" presName="chevronComposite1" presStyleCnt="0"/>
      <dgm:spPr/>
    </dgm:pt>
    <dgm:pt modelId="{1C5EB187-A890-4586-A291-4F2ABE363C4D}" type="pres">
      <dgm:prSet presAssocID="{50B6041C-FD53-4044-9BDD-CBABB4790DD8}" presName="chevron1" presStyleLbl="sibTrans2D1" presStyleIdx="1" presStyleCnt="2"/>
      <dgm:spPr/>
    </dgm:pt>
    <dgm:pt modelId="{C093230B-71DF-471D-97D2-4D3E345AB50F}" type="pres">
      <dgm:prSet presAssocID="{50B6041C-FD53-4044-9BDD-CBABB4790DD8}" presName="spChevron1" presStyleCnt="0"/>
      <dgm:spPr/>
    </dgm:pt>
    <dgm:pt modelId="{49C09D55-500E-443E-95AE-BF466677463C}" type="pres">
      <dgm:prSet presAssocID="{018892A5-59DF-425D-AB42-78E4EB83F670}" presName="last" presStyleCnt="0"/>
      <dgm:spPr/>
    </dgm:pt>
    <dgm:pt modelId="{979317B9-FF7F-4542-BEB6-96F1C026A010}" type="pres">
      <dgm:prSet presAssocID="{018892A5-59DF-425D-AB42-78E4EB83F670}" presName="circleTx" presStyleLbl="node1" presStyleIdx="18" presStyleCnt="19"/>
      <dgm:spPr/>
      <dgm:t>
        <a:bodyPr/>
        <a:lstStyle/>
        <a:p>
          <a:endParaRPr lang="en-US"/>
        </a:p>
      </dgm:t>
    </dgm:pt>
    <dgm:pt modelId="{15E66391-E304-42DD-8E04-9FD1298965FB}" type="pres">
      <dgm:prSet presAssocID="{018892A5-59DF-425D-AB42-78E4EB83F670}" presName="spN" presStyleCnt="0"/>
      <dgm:spPr/>
    </dgm:pt>
  </dgm:ptLst>
  <dgm:cxnLst>
    <dgm:cxn modelId="{C4BA6841-6719-4A74-8845-9C28E2CAB117}" type="presOf" srcId="{3D909F37-6382-49E6-AA87-369520CBB132}" destId="{7ABDA6B8-5FFF-43E7-B72B-B6A059E8D168}" srcOrd="0" destOrd="0" presId="urn:microsoft.com/office/officeart/2009/3/layout/RandomtoResultProcess"/>
    <dgm:cxn modelId="{6ED8F133-3B1C-47DA-9CEE-6BC0B5D84AA9}" srcId="{80B53DB8-4518-46A2-AA85-04AADB2A2076}" destId="{3D909F37-6382-49E6-AA87-369520CBB132}" srcOrd="0" destOrd="0" parTransId="{B3C79D2C-EA58-4365-84AD-D3FB89BCFBB3}" sibTransId="{0A62CECD-B664-44D6-8937-CC4C5452AC80}"/>
    <dgm:cxn modelId="{2FE543EB-107B-4347-B4C9-608C42280373}" srcId="{80B53DB8-4518-46A2-AA85-04AADB2A2076}" destId="{BD50A123-CFC3-42D0-8ABA-A10D94F73418}" srcOrd="1" destOrd="0" parTransId="{6513CB18-29AC-4B43-B91E-253C8763D0F0}" sibTransId="{50B6041C-FD53-4044-9BDD-CBABB4790DD8}"/>
    <dgm:cxn modelId="{8BC16C9F-92EA-475A-9189-D27830CD807B}" type="presOf" srcId="{80B53DB8-4518-46A2-AA85-04AADB2A2076}" destId="{4C6C0092-D473-474C-A485-14CE7E820EF8}" srcOrd="0" destOrd="0" presId="urn:microsoft.com/office/officeart/2009/3/layout/RandomtoResultProcess"/>
    <dgm:cxn modelId="{5025DC7C-1CCC-492C-BE24-B7D676C26618}" type="presOf" srcId="{BD50A123-CFC3-42D0-8ABA-A10D94F73418}" destId="{4850DD16-901A-477B-BCFB-6566ECA75ADE}" srcOrd="0" destOrd="0" presId="urn:microsoft.com/office/officeart/2009/3/layout/RandomtoResultProcess"/>
    <dgm:cxn modelId="{AC90EACA-CFD4-4A7A-84F2-BFD65CDB5BB9}" type="presOf" srcId="{018892A5-59DF-425D-AB42-78E4EB83F670}" destId="{979317B9-FF7F-4542-BEB6-96F1C026A010}" srcOrd="0" destOrd="0" presId="urn:microsoft.com/office/officeart/2009/3/layout/RandomtoResultProcess"/>
    <dgm:cxn modelId="{B0490B90-DA23-4985-8984-9C8901E95F0B}" srcId="{80B53DB8-4518-46A2-AA85-04AADB2A2076}" destId="{018892A5-59DF-425D-AB42-78E4EB83F670}" srcOrd="2" destOrd="0" parTransId="{35F5FF04-530C-41A7-AAF5-7E3949C57BA5}" sibTransId="{C75FAF1B-06D0-45FE-9360-05013ECC047E}"/>
    <dgm:cxn modelId="{FEF44329-D25C-4A60-A2D8-7E99F6443F1E}" type="presParOf" srcId="{4C6C0092-D473-474C-A485-14CE7E820EF8}" destId="{13805F07-6267-467B-920E-FC75962AC306}" srcOrd="0" destOrd="0" presId="urn:microsoft.com/office/officeart/2009/3/layout/RandomtoResultProcess"/>
    <dgm:cxn modelId="{65E1B7CF-9A68-4DAF-A408-0FB98751D6B8}" type="presParOf" srcId="{13805F07-6267-467B-920E-FC75962AC306}" destId="{7ABDA6B8-5FFF-43E7-B72B-B6A059E8D168}" srcOrd="0" destOrd="0" presId="urn:microsoft.com/office/officeart/2009/3/layout/RandomtoResultProcess"/>
    <dgm:cxn modelId="{494067D5-811E-4934-BF79-939062E88019}" type="presParOf" srcId="{13805F07-6267-467B-920E-FC75962AC306}" destId="{C8FD4DEF-E66D-418B-BED7-CF388555B61A}" srcOrd="1" destOrd="0" presId="urn:microsoft.com/office/officeart/2009/3/layout/RandomtoResultProcess"/>
    <dgm:cxn modelId="{29960C03-71C7-472E-BABF-7205C040E25F}" type="presParOf" srcId="{13805F07-6267-467B-920E-FC75962AC306}" destId="{5732CE7D-9D8C-476C-8D51-637FAADA7F5B}" srcOrd="2" destOrd="0" presId="urn:microsoft.com/office/officeart/2009/3/layout/RandomtoResultProcess"/>
    <dgm:cxn modelId="{51CA37DC-9874-467B-80A3-03BE249B0F66}" type="presParOf" srcId="{13805F07-6267-467B-920E-FC75962AC306}" destId="{BC4D04A1-ED74-47FD-B9A4-B83CC0DDDE60}" srcOrd="3" destOrd="0" presId="urn:microsoft.com/office/officeart/2009/3/layout/RandomtoResultProcess"/>
    <dgm:cxn modelId="{231B29AB-2B4B-4E64-9B02-AAF114C8B9EA}" type="presParOf" srcId="{13805F07-6267-467B-920E-FC75962AC306}" destId="{0C1AD38B-6EA1-4C02-AA5F-1035F52F9723}" srcOrd="4" destOrd="0" presId="urn:microsoft.com/office/officeart/2009/3/layout/RandomtoResultProcess"/>
    <dgm:cxn modelId="{560E5629-DCC9-4455-9816-52E33565D483}" type="presParOf" srcId="{13805F07-6267-467B-920E-FC75962AC306}" destId="{564B9041-A991-41B2-934C-6CD555ED8941}" srcOrd="5" destOrd="0" presId="urn:microsoft.com/office/officeart/2009/3/layout/RandomtoResultProcess"/>
    <dgm:cxn modelId="{315A66FA-2D50-44F8-A141-E5CE8C9D1F3D}" type="presParOf" srcId="{13805F07-6267-467B-920E-FC75962AC306}" destId="{E3DC5439-D9C9-4CAC-9243-5C4537EA3036}" srcOrd="6" destOrd="0" presId="urn:microsoft.com/office/officeart/2009/3/layout/RandomtoResultProcess"/>
    <dgm:cxn modelId="{42B562AB-45E8-400B-8282-55668F39F3EF}" type="presParOf" srcId="{13805F07-6267-467B-920E-FC75962AC306}" destId="{280CCD4C-2B30-4AA0-8267-4C33A69007DE}" srcOrd="7" destOrd="0" presId="urn:microsoft.com/office/officeart/2009/3/layout/RandomtoResultProcess"/>
    <dgm:cxn modelId="{292EA9D3-2E2C-4C57-A800-4874E1EA62C4}" type="presParOf" srcId="{13805F07-6267-467B-920E-FC75962AC306}" destId="{716F70BF-D7C4-4CE2-AAF7-8E1C7F9CE7B9}" srcOrd="8" destOrd="0" presId="urn:microsoft.com/office/officeart/2009/3/layout/RandomtoResultProcess"/>
    <dgm:cxn modelId="{DE06BC68-2586-4FF7-8B74-7A1C8F10D53D}" type="presParOf" srcId="{13805F07-6267-467B-920E-FC75962AC306}" destId="{EDB24B4F-2E1D-4937-A425-8DAEBBDE7CE6}" srcOrd="9" destOrd="0" presId="urn:microsoft.com/office/officeart/2009/3/layout/RandomtoResultProcess"/>
    <dgm:cxn modelId="{84A3F9B9-FD22-4544-801B-8CF2CE9DF31D}" type="presParOf" srcId="{13805F07-6267-467B-920E-FC75962AC306}" destId="{BE4775E9-86ED-4F0A-94D3-A817CE390C79}" srcOrd="10" destOrd="0" presId="urn:microsoft.com/office/officeart/2009/3/layout/RandomtoResultProcess"/>
    <dgm:cxn modelId="{C56A1BBA-2384-48B4-97B8-7A45A0369CD6}" type="presParOf" srcId="{13805F07-6267-467B-920E-FC75962AC306}" destId="{D33AB8AF-543A-427E-8B92-0C08245343D9}" srcOrd="11" destOrd="0" presId="urn:microsoft.com/office/officeart/2009/3/layout/RandomtoResultProcess"/>
    <dgm:cxn modelId="{ABA220C5-057A-4049-91A8-78831811119E}" type="presParOf" srcId="{13805F07-6267-467B-920E-FC75962AC306}" destId="{98F2D028-74DA-44E2-B270-6554B5253870}" srcOrd="12" destOrd="0" presId="urn:microsoft.com/office/officeart/2009/3/layout/RandomtoResultProcess"/>
    <dgm:cxn modelId="{5D762DF6-AA8E-47C6-84A8-2A0C39C0EF5C}" type="presParOf" srcId="{13805F07-6267-467B-920E-FC75962AC306}" destId="{966FF875-3717-4BA6-AD5D-D923F4B31D42}" srcOrd="13" destOrd="0" presId="urn:microsoft.com/office/officeart/2009/3/layout/RandomtoResultProcess"/>
    <dgm:cxn modelId="{85D67DE7-430D-4EF7-8575-03D9B00E1712}" type="presParOf" srcId="{13805F07-6267-467B-920E-FC75962AC306}" destId="{53BA5BF7-2FD3-4834-88AC-E6E80E52B81A}" srcOrd="14" destOrd="0" presId="urn:microsoft.com/office/officeart/2009/3/layout/RandomtoResultProcess"/>
    <dgm:cxn modelId="{2BACA185-A17C-4486-BCB3-556FCD4DFF9B}" type="presParOf" srcId="{13805F07-6267-467B-920E-FC75962AC306}" destId="{92859D3F-474D-4C55-ACF0-FC4DCA629B47}" srcOrd="15" destOrd="0" presId="urn:microsoft.com/office/officeart/2009/3/layout/RandomtoResultProcess"/>
    <dgm:cxn modelId="{B92F5418-5B21-4CCA-9028-63A2146C555F}" type="presParOf" srcId="{13805F07-6267-467B-920E-FC75962AC306}" destId="{C12D48D7-8981-4DCF-80E2-F47A6F17EC96}" srcOrd="16" destOrd="0" presId="urn:microsoft.com/office/officeart/2009/3/layout/RandomtoResultProcess"/>
    <dgm:cxn modelId="{ED730DB1-91F3-4315-8806-36DD28229D0C}" type="presParOf" srcId="{13805F07-6267-467B-920E-FC75962AC306}" destId="{CCB4240A-1C65-458E-9808-E78F6A9B5824}" srcOrd="17" destOrd="0" presId="urn:microsoft.com/office/officeart/2009/3/layout/RandomtoResultProcess"/>
    <dgm:cxn modelId="{01647F06-6839-4A77-A57A-E71861E1E185}" type="presParOf" srcId="{13805F07-6267-467B-920E-FC75962AC306}" destId="{FCB82EE9-BB98-46CC-ABC7-5A35FDC7DD3E}" srcOrd="18" destOrd="0" presId="urn:microsoft.com/office/officeart/2009/3/layout/RandomtoResultProcess"/>
    <dgm:cxn modelId="{108D0F77-D1FD-4E51-B242-1257075BC7C6}" type="presParOf" srcId="{4C6C0092-D473-474C-A485-14CE7E820EF8}" destId="{9A89A632-93A6-4DCB-AFFB-FBB24A547FB8}" srcOrd="1" destOrd="0" presId="urn:microsoft.com/office/officeart/2009/3/layout/RandomtoResultProcess"/>
    <dgm:cxn modelId="{6A591F47-CCFA-45D2-A365-D88499EBCF39}" type="presParOf" srcId="{9A89A632-93A6-4DCB-AFFB-FBB24A547FB8}" destId="{F636637E-94FE-4C1F-A46D-1B4BE100F2DB}" srcOrd="0" destOrd="0" presId="urn:microsoft.com/office/officeart/2009/3/layout/RandomtoResultProcess"/>
    <dgm:cxn modelId="{BFAC4B02-42B2-4766-B86D-0CAE1F582B4D}" type="presParOf" srcId="{9A89A632-93A6-4DCB-AFFB-FBB24A547FB8}" destId="{228D1B55-7583-4438-AE79-0E7919EE375B}" srcOrd="1" destOrd="0" presId="urn:microsoft.com/office/officeart/2009/3/layout/RandomtoResultProcess"/>
    <dgm:cxn modelId="{A1DACA7D-DAB3-484D-84C2-F5FCF7B466CC}" type="presParOf" srcId="{4C6C0092-D473-474C-A485-14CE7E820EF8}" destId="{76CCB4CF-A323-4DFD-AAFF-1B67DFC50FF4}" srcOrd="2" destOrd="0" presId="urn:microsoft.com/office/officeart/2009/3/layout/RandomtoResultProcess"/>
    <dgm:cxn modelId="{1AF76A57-8DB0-438C-B852-86A26BB942AD}" type="presParOf" srcId="{76CCB4CF-A323-4DFD-AAFF-1B67DFC50FF4}" destId="{4850DD16-901A-477B-BCFB-6566ECA75ADE}" srcOrd="0" destOrd="0" presId="urn:microsoft.com/office/officeart/2009/3/layout/RandomtoResultProcess"/>
    <dgm:cxn modelId="{84317831-4367-42AE-818F-9AEE94988950}" type="presParOf" srcId="{76CCB4CF-A323-4DFD-AAFF-1B67DFC50FF4}" destId="{EEF1F52A-4BDD-4825-9E2C-10547428A025}" srcOrd="1" destOrd="0" presId="urn:microsoft.com/office/officeart/2009/3/layout/RandomtoResultProcess"/>
    <dgm:cxn modelId="{36874953-9094-494B-9225-1A9309596431}" type="presParOf" srcId="{4C6C0092-D473-474C-A485-14CE7E820EF8}" destId="{C7E76A29-B32F-4434-BDDB-0A0709FF0D35}" srcOrd="3" destOrd="0" presId="urn:microsoft.com/office/officeart/2009/3/layout/RandomtoResultProcess"/>
    <dgm:cxn modelId="{2F1416FF-547B-4E67-8AE3-E374181C72F4}" type="presParOf" srcId="{C7E76A29-B32F-4434-BDDB-0A0709FF0D35}" destId="{1C5EB187-A890-4586-A291-4F2ABE363C4D}" srcOrd="0" destOrd="0" presId="urn:microsoft.com/office/officeart/2009/3/layout/RandomtoResultProcess"/>
    <dgm:cxn modelId="{671FE9A3-6184-48C5-8299-57A6C0B2CFF2}" type="presParOf" srcId="{C7E76A29-B32F-4434-BDDB-0A0709FF0D35}" destId="{C093230B-71DF-471D-97D2-4D3E345AB50F}" srcOrd="1" destOrd="0" presId="urn:microsoft.com/office/officeart/2009/3/layout/RandomtoResultProcess"/>
    <dgm:cxn modelId="{57911465-1DD9-46A3-924C-6D59C56BDBF0}" type="presParOf" srcId="{4C6C0092-D473-474C-A485-14CE7E820EF8}" destId="{49C09D55-500E-443E-95AE-BF466677463C}" srcOrd="4" destOrd="0" presId="urn:microsoft.com/office/officeart/2009/3/layout/RandomtoResultProcess"/>
    <dgm:cxn modelId="{76830289-AD8B-4B99-A0C8-F3E4D8571C1A}" type="presParOf" srcId="{49C09D55-500E-443E-95AE-BF466677463C}" destId="{979317B9-FF7F-4542-BEB6-96F1C026A010}" srcOrd="0" destOrd="0" presId="urn:microsoft.com/office/officeart/2009/3/layout/RandomtoResultProcess"/>
    <dgm:cxn modelId="{6E8E02E8-84A8-404D-930A-975D2101C5BD}" type="presParOf" srcId="{49C09D55-500E-443E-95AE-BF466677463C}" destId="{15E66391-E304-42DD-8E04-9FD1298965FB}" srcOrd="1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339A48-9C06-8F4A-BE4E-6B88440269E4}">
      <dsp:nvSpPr>
        <dsp:cNvPr id="0" name=""/>
        <dsp:cNvSpPr/>
      </dsp:nvSpPr>
      <dsp:spPr>
        <a:xfrm rot="5400000">
          <a:off x="4963855" y="131721"/>
          <a:ext cx="1986731" cy="172845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Form</a:t>
          </a:r>
          <a:endParaRPr lang="en-US" sz="3300" kern="1200" dirty="0"/>
        </a:p>
      </dsp:txBody>
      <dsp:txXfrm rot="-5400000">
        <a:off x="5362343" y="312183"/>
        <a:ext cx="1189754" cy="1367533"/>
      </dsp:txXfrm>
    </dsp:sp>
    <dsp:sp modelId="{F0E9EA8C-E4CB-374A-846B-56D2CF4F6BEE}">
      <dsp:nvSpPr>
        <dsp:cNvPr id="0" name=""/>
        <dsp:cNvSpPr/>
      </dsp:nvSpPr>
      <dsp:spPr>
        <a:xfrm>
          <a:off x="6873899" y="399930"/>
          <a:ext cx="2217192" cy="119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891827-716C-3040-8064-762DEA15687B}">
      <dsp:nvSpPr>
        <dsp:cNvPr id="0" name=""/>
        <dsp:cNvSpPr/>
      </dsp:nvSpPr>
      <dsp:spPr>
        <a:xfrm rot="5400000">
          <a:off x="3097122" y="131721"/>
          <a:ext cx="1986731" cy="172845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3495610" y="312183"/>
        <a:ext cx="1189754" cy="1367533"/>
      </dsp:txXfrm>
    </dsp:sp>
    <dsp:sp modelId="{D3C2742D-3432-1B46-B2BA-3F5F5B426C75}">
      <dsp:nvSpPr>
        <dsp:cNvPr id="0" name=""/>
        <dsp:cNvSpPr/>
      </dsp:nvSpPr>
      <dsp:spPr>
        <a:xfrm rot="5400000">
          <a:off x="4026913" y="1818059"/>
          <a:ext cx="1986731" cy="172845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File</a:t>
          </a:r>
          <a:endParaRPr lang="en-US" sz="3300" kern="1200" dirty="0"/>
        </a:p>
      </dsp:txBody>
      <dsp:txXfrm rot="-5400000">
        <a:off x="4425401" y="1998521"/>
        <a:ext cx="1189754" cy="1367533"/>
      </dsp:txXfrm>
    </dsp:sp>
    <dsp:sp modelId="{C9B5E0EC-2CD1-B648-87FA-C675A67DE6A9}">
      <dsp:nvSpPr>
        <dsp:cNvPr id="0" name=""/>
        <dsp:cNvSpPr/>
      </dsp:nvSpPr>
      <dsp:spPr>
        <a:xfrm>
          <a:off x="1938858" y="2086268"/>
          <a:ext cx="2145669" cy="119203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3F7D3B-1E45-1448-9CC0-84096FA18F54}">
      <dsp:nvSpPr>
        <dsp:cNvPr id="0" name=""/>
        <dsp:cNvSpPr/>
      </dsp:nvSpPr>
      <dsp:spPr>
        <a:xfrm rot="5400000">
          <a:off x="5893646" y="1818059"/>
          <a:ext cx="1986731" cy="172845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 rot="-5400000">
        <a:off x="6292134" y="1998521"/>
        <a:ext cx="1189754" cy="13675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1C0097-84C9-4369-8FBF-1933496A2499}">
      <dsp:nvSpPr>
        <dsp:cNvPr id="0" name=""/>
        <dsp:cNvSpPr/>
      </dsp:nvSpPr>
      <dsp:spPr>
        <a:xfrm rot="5400000">
          <a:off x="2817927" y="234813"/>
          <a:ext cx="1897620" cy="315759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CECC9E-EC1B-4742-9B2D-52AE3FCAC83D}">
      <dsp:nvSpPr>
        <dsp:cNvPr id="0" name=""/>
        <dsp:cNvSpPr/>
      </dsp:nvSpPr>
      <dsp:spPr>
        <a:xfrm>
          <a:off x="2501167" y="1178254"/>
          <a:ext cx="2850697" cy="2498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err="1" smtClean="0"/>
            <a:t>Memahami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konsep</a:t>
          </a:r>
          <a:r>
            <a:rPr lang="en-US" sz="2300" kern="1200" dirty="0" smtClean="0"/>
            <a:t> form </a:t>
          </a:r>
          <a:r>
            <a:rPr lang="en-US" sz="2300" kern="1200" dirty="0" err="1" smtClean="0"/>
            <a:t>dan</a:t>
          </a:r>
          <a:r>
            <a:rPr lang="en-US" sz="2300" kern="1200" dirty="0" smtClean="0"/>
            <a:t> file.</a:t>
          </a:r>
          <a:endParaRPr lang="en-US" sz="2300" kern="1200" dirty="0"/>
        </a:p>
      </dsp:txBody>
      <dsp:txXfrm>
        <a:off x="2501167" y="1178254"/>
        <a:ext cx="2850697" cy="2498803"/>
      </dsp:txXfrm>
    </dsp:sp>
    <dsp:sp modelId="{17E79666-2359-43BB-954E-64623E3A8082}">
      <dsp:nvSpPr>
        <dsp:cNvPr id="0" name=""/>
        <dsp:cNvSpPr/>
      </dsp:nvSpPr>
      <dsp:spPr>
        <a:xfrm>
          <a:off x="4813997" y="2347"/>
          <a:ext cx="537867" cy="53786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01CBB-8EB2-4ADD-81FC-8E85016BD214}">
      <dsp:nvSpPr>
        <dsp:cNvPr id="0" name=""/>
        <dsp:cNvSpPr/>
      </dsp:nvSpPr>
      <dsp:spPr>
        <a:xfrm rot="5400000">
          <a:off x="6307738" y="-628743"/>
          <a:ext cx="1897620" cy="3157598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312F47-6ECD-41CF-A8D1-1D3A53023638}">
      <dsp:nvSpPr>
        <dsp:cNvPr id="0" name=""/>
        <dsp:cNvSpPr/>
      </dsp:nvSpPr>
      <dsp:spPr>
        <a:xfrm>
          <a:off x="5990978" y="314697"/>
          <a:ext cx="2850697" cy="249880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err="1" smtClean="0"/>
            <a:t>Mempu</a:t>
          </a:r>
          <a:r>
            <a:rPr lang="en-US" sz="2300" kern="1200" dirty="0" smtClean="0"/>
            <a:t> </a:t>
          </a:r>
          <a:r>
            <a:rPr lang="en-US" sz="2300" kern="1200" dirty="0" err="1" smtClean="0"/>
            <a:t>mengimplementasikan</a:t>
          </a:r>
          <a:r>
            <a:rPr lang="en-US" sz="2300" kern="1200" dirty="0" smtClean="0"/>
            <a:t> form </a:t>
          </a:r>
          <a:r>
            <a:rPr lang="en-US" sz="2300" i="1" kern="1200" dirty="0" smtClean="0"/>
            <a:t>processing </a:t>
          </a:r>
          <a:r>
            <a:rPr lang="en-US" sz="2300" i="0" kern="1200" dirty="0" err="1" smtClean="0"/>
            <a:t>dan</a:t>
          </a:r>
          <a:r>
            <a:rPr lang="en-US" sz="2300" i="0" kern="1200" dirty="0" smtClean="0"/>
            <a:t> </a:t>
          </a:r>
          <a:r>
            <a:rPr lang="en-US" sz="2300" i="1" kern="1200" dirty="0" smtClean="0"/>
            <a:t>file upload </a:t>
          </a:r>
          <a:r>
            <a:rPr lang="en-US" sz="2300" i="0" kern="1200" dirty="0" err="1" smtClean="0"/>
            <a:t>menggunakan</a:t>
          </a:r>
          <a:r>
            <a:rPr lang="en-US" sz="2300" i="0" kern="1200" dirty="0" smtClean="0"/>
            <a:t> PHP</a:t>
          </a:r>
          <a:endParaRPr lang="en-US" sz="2300" kern="1200" dirty="0"/>
        </a:p>
      </dsp:txBody>
      <dsp:txXfrm>
        <a:off x="5990978" y="314697"/>
        <a:ext cx="2850697" cy="249880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BDA6B8-5FFF-43E7-B72B-B6A059E8D168}">
      <dsp:nvSpPr>
        <dsp:cNvPr id="0" name=""/>
        <dsp:cNvSpPr/>
      </dsp:nvSpPr>
      <dsp:spPr>
        <a:xfrm>
          <a:off x="200175" y="1431091"/>
          <a:ext cx="2914714" cy="9605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/>
            <a:t>Thanks </a:t>
          </a:r>
        </a:p>
      </dsp:txBody>
      <dsp:txXfrm>
        <a:off x="200175" y="1431091"/>
        <a:ext cx="2914714" cy="960530"/>
      </dsp:txXfrm>
    </dsp:sp>
    <dsp:sp modelId="{C8FD4DEF-E66D-418B-BED7-CF388555B61A}">
      <dsp:nvSpPr>
        <dsp:cNvPr id="0" name=""/>
        <dsp:cNvSpPr/>
      </dsp:nvSpPr>
      <dsp:spPr>
        <a:xfrm>
          <a:off x="196862" y="1138957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2CE7D-9D8C-476C-8D51-637FAADA7F5B}">
      <dsp:nvSpPr>
        <dsp:cNvPr id="0" name=""/>
        <dsp:cNvSpPr/>
      </dsp:nvSpPr>
      <dsp:spPr>
        <a:xfrm>
          <a:off x="359159" y="814364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4D04A1-ED74-47FD-B9A4-B83CC0DDDE60}">
      <dsp:nvSpPr>
        <dsp:cNvPr id="0" name=""/>
        <dsp:cNvSpPr/>
      </dsp:nvSpPr>
      <dsp:spPr>
        <a:xfrm>
          <a:off x="748671" y="879283"/>
          <a:ext cx="364339" cy="3643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1AD38B-6EA1-4C02-AA5F-1035F52F9723}">
      <dsp:nvSpPr>
        <dsp:cNvPr id="0" name=""/>
        <dsp:cNvSpPr/>
      </dsp:nvSpPr>
      <dsp:spPr>
        <a:xfrm>
          <a:off x="1073264" y="522230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4B9041-A991-41B2-934C-6CD555ED8941}">
      <dsp:nvSpPr>
        <dsp:cNvPr id="0" name=""/>
        <dsp:cNvSpPr/>
      </dsp:nvSpPr>
      <dsp:spPr>
        <a:xfrm>
          <a:off x="1495235" y="392393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C5439-D9C9-4CAC-9243-5C4537EA3036}">
      <dsp:nvSpPr>
        <dsp:cNvPr id="0" name=""/>
        <dsp:cNvSpPr/>
      </dsp:nvSpPr>
      <dsp:spPr>
        <a:xfrm>
          <a:off x="2014584" y="619608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CCD4C-2B30-4AA0-8267-4C33A69007DE}">
      <dsp:nvSpPr>
        <dsp:cNvPr id="0" name=""/>
        <dsp:cNvSpPr/>
      </dsp:nvSpPr>
      <dsp:spPr>
        <a:xfrm>
          <a:off x="2339177" y="781905"/>
          <a:ext cx="364339" cy="3643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F70BF-D7C4-4CE2-AAF7-8E1C7F9CE7B9}">
      <dsp:nvSpPr>
        <dsp:cNvPr id="0" name=""/>
        <dsp:cNvSpPr/>
      </dsp:nvSpPr>
      <dsp:spPr>
        <a:xfrm>
          <a:off x="2793608" y="1138957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B24B4F-2E1D-4937-A425-8DAEBBDE7CE6}">
      <dsp:nvSpPr>
        <dsp:cNvPr id="0" name=""/>
        <dsp:cNvSpPr/>
      </dsp:nvSpPr>
      <dsp:spPr>
        <a:xfrm>
          <a:off x="2988364" y="1496010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4775E9-86ED-4F0A-94D3-A817CE390C79}">
      <dsp:nvSpPr>
        <dsp:cNvPr id="0" name=""/>
        <dsp:cNvSpPr/>
      </dsp:nvSpPr>
      <dsp:spPr>
        <a:xfrm>
          <a:off x="1300479" y="814364"/>
          <a:ext cx="596191" cy="59619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3AB8AF-543A-427E-8B92-0C08245343D9}">
      <dsp:nvSpPr>
        <dsp:cNvPr id="0" name=""/>
        <dsp:cNvSpPr/>
      </dsp:nvSpPr>
      <dsp:spPr>
        <a:xfrm>
          <a:off x="34566" y="2047818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F2D028-74DA-44E2-B270-6554B5253870}">
      <dsp:nvSpPr>
        <dsp:cNvPr id="0" name=""/>
        <dsp:cNvSpPr/>
      </dsp:nvSpPr>
      <dsp:spPr>
        <a:xfrm>
          <a:off x="229322" y="2339952"/>
          <a:ext cx="364339" cy="3643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FF875-3717-4BA6-AD5D-D923F4B31D42}">
      <dsp:nvSpPr>
        <dsp:cNvPr id="0" name=""/>
        <dsp:cNvSpPr/>
      </dsp:nvSpPr>
      <dsp:spPr>
        <a:xfrm>
          <a:off x="716211" y="2599626"/>
          <a:ext cx="529948" cy="5299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BA5BF7-2FD3-4834-88AC-E6E80E52B81A}">
      <dsp:nvSpPr>
        <dsp:cNvPr id="0" name=""/>
        <dsp:cNvSpPr/>
      </dsp:nvSpPr>
      <dsp:spPr>
        <a:xfrm>
          <a:off x="1397857" y="3021598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859D3F-474D-4C55-ACF0-FC4DCA629B47}">
      <dsp:nvSpPr>
        <dsp:cNvPr id="0" name=""/>
        <dsp:cNvSpPr/>
      </dsp:nvSpPr>
      <dsp:spPr>
        <a:xfrm>
          <a:off x="1527694" y="2599626"/>
          <a:ext cx="364339" cy="3643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2D48D7-8981-4DCF-80E2-F47A6F17EC96}">
      <dsp:nvSpPr>
        <dsp:cNvPr id="0" name=""/>
        <dsp:cNvSpPr/>
      </dsp:nvSpPr>
      <dsp:spPr>
        <a:xfrm>
          <a:off x="1852288" y="3054057"/>
          <a:ext cx="231852" cy="23185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B4240A-1C65-458E-9808-E78F6A9B5824}">
      <dsp:nvSpPr>
        <dsp:cNvPr id="0" name=""/>
        <dsp:cNvSpPr/>
      </dsp:nvSpPr>
      <dsp:spPr>
        <a:xfrm>
          <a:off x="2144422" y="2534708"/>
          <a:ext cx="529948" cy="52994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B82EE9-BB98-46CC-ABC7-5A35FDC7DD3E}">
      <dsp:nvSpPr>
        <dsp:cNvPr id="0" name=""/>
        <dsp:cNvSpPr/>
      </dsp:nvSpPr>
      <dsp:spPr>
        <a:xfrm>
          <a:off x="2858527" y="2404871"/>
          <a:ext cx="364339" cy="36433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36637E-94FE-4C1F-A46D-1B4BE100F2DB}">
      <dsp:nvSpPr>
        <dsp:cNvPr id="0" name=""/>
        <dsp:cNvSpPr/>
      </dsp:nvSpPr>
      <dsp:spPr>
        <a:xfrm>
          <a:off x="3222866" y="878743"/>
          <a:ext cx="1070012" cy="2042770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50DD16-901A-477B-BCFB-6566ECA75ADE}">
      <dsp:nvSpPr>
        <dsp:cNvPr id="0" name=""/>
        <dsp:cNvSpPr/>
      </dsp:nvSpPr>
      <dsp:spPr>
        <a:xfrm>
          <a:off x="4292878" y="879735"/>
          <a:ext cx="2918216" cy="20427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/>
            <a:t>Next</a:t>
          </a:r>
        </a:p>
      </dsp:txBody>
      <dsp:txXfrm>
        <a:off x="4292878" y="879735"/>
        <a:ext cx="2918216" cy="2042751"/>
      </dsp:txXfrm>
    </dsp:sp>
    <dsp:sp modelId="{1C5EB187-A890-4586-A291-4F2ABE363C4D}">
      <dsp:nvSpPr>
        <dsp:cNvPr id="0" name=""/>
        <dsp:cNvSpPr/>
      </dsp:nvSpPr>
      <dsp:spPr>
        <a:xfrm>
          <a:off x="7211095" y="878743"/>
          <a:ext cx="1070012" cy="2042770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9317B9-FF7F-4542-BEB6-96F1C026A010}">
      <dsp:nvSpPr>
        <dsp:cNvPr id="0" name=""/>
        <dsp:cNvSpPr/>
      </dsp:nvSpPr>
      <dsp:spPr>
        <a:xfrm>
          <a:off x="8397836" y="709924"/>
          <a:ext cx="2480483" cy="248048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/>
            <a:t>Let’s code</a:t>
          </a:r>
        </a:p>
      </dsp:txBody>
      <dsp:txXfrm>
        <a:off x="8761094" y="1073182"/>
        <a:ext cx="1753967" cy="17539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CE53E73D-8442-4C5D-B7D2-7CEE2FE6A3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F42B87F-0A25-495A-A503-3DD31D8F3936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6DEDE44-93C8-4788-A0DE-C46F0CA22D3D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xmlns="" id="{B503269A-E327-40F4-A55F-0D787ED3BA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xmlns="" id="{75A6CEEF-6D7A-49E9-9A74-A99D5F5090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A9A824E-75C5-46AB-814E-FE23BC0ABDC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D98453AF-4BB9-4123-AACE-B73D1B071D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1666CD77-392C-4988-9ACA-AAE3AFC0062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33109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>
              <a:defRPr/>
            </a:pPr>
            <a:fld id="{1666CD77-392C-4988-9ACA-AAE3AFC00624}" type="slidenum">
              <a:rPr lang="en-US" altLang="en-US" smtClean="0"/>
              <a:pPr algn="l" rt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38511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>
              <a:defRPr/>
            </a:pPr>
            <a:fld id="{1666CD77-392C-4988-9ACA-AAE3AFC00624}" type="slidenum">
              <a:rPr lang="en-US" altLang="en-US" smtClean="0"/>
              <a:pPr algn="l" rt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1982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>
              <a:defRPr/>
            </a:pPr>
            <a:fld id="{1666CD77-392C-4988-9ACA-AAE3AFC00624}" type="slidenum">
              <a:rPr lang="en-US" altLang="en-US" smtClean="0"/>
              <a:pPr algn="l" rtl="0"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62763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>
              <a:defRPr/>
            </a:pPr>
            <a:fld id="{1666CD77-392C-4988-9ACA-AAE3AFC00624}" type="slidenum">
              <a:rPr lang="en-US" altLang="en-US" smtClean="0"/>
              <a:pPr algn="l" rt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697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 rtl="0">
              <a:defRPr/>
            </a:pPr>
            <a:fld id="{1666CD77-392C-4988-9ACA-AAE3AFC00624}" type="slidenum">
              <a:rPr lang="en-US" altLang="en-US" smtClean="0"/>
              <a:pPr algn="l" rt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2588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34672589-1323-4749-AEE2-CFA050B31077}"/>
              </a:ext>
            </a:extLst>
          </p:cNvPr>
          <p:cNvSpPr/>
          <p:nvPr/>
        </p:nvSpPr>
        <p:spPr>
          <a:xfrm>
            <a:off x="446088" y="3086100"/>
            <a:ext cx="11263312" cy="330517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96C7BE7B-CC51-4D04-B966-49E988F9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C81F3A43-7515-452E-AC08-A22A2F3B713E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535B9FFB-800A-4773-83BD-FB8CF83C2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38447BCE-B4ED-443F-A2A2-8F3B7D496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463" y="5956300"/>
            <a:ext cx="1016000" cy="365125"/>
          </a:xfrm>
        </p:spPr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>
              <a:defRPr/>
            </a:pPr>
            <a:fld id="{CAC40D25-1877-444A-BF90-17300330EF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229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4586996-FDC9-44FD-AED9-3AC67B94BC1D}"/>
              </a:ext>
            </a:extLst>
          </p:cNvPr>
          <p:cNvSpPr>
            <a:spLocks noChangeAspect="1"/>
          </p:cNvSpPr>
          <p:nvPr/>
        </p:nvSpPr>
        <p:spPr>
          <a:xfrm>
            <a:off x="439738" y="614363"/>
            <a:ext cx="11309350" cy="11890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0013FFD4-0F8A-47D8-83C9-936D46A4B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288A8-BC07-43B9-A167-ACC8FCA70042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24498C44-E2DD-4517-BFD8-EFF40D3E6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B00B4F97-7FAA-41B3-B51C-175ACADAE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1B9E8A-CC3B-482C-9B09-FF8B71E4B6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2316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EC9DA06A-4A29-4314-BE4A-C73E4C855AF3}"/>
              </a:ext>
            </a:extLst>
          </p:cNvPr>
          <p:cNvSpPr>
            <a:spLocks noChangeAspect="1"/>
          </p:cNvSpPr>
          <p:nvPr/>
        </p:nvSpPr>
        <p:spPr>
          <a:xfrm>
            <a:off x="447675" y="5141913"/>
            <a:ext cx="11290300" cy="125888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/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40E61652-68E8-4BAD-ADF1-57B817CA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76B67CD3-E996-4989-8128-653139972CDE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4F57D778-4873-420B-8D96-437F7AA07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8D5AC2B-5F2F-42B3-908B-FE072CDEF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>
              <a:defRPr/>
            </a:pPr>
            <a:fld id="{45CF594E-1FD0-4085-B0B5-1406750794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82479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48F787AC-AFD8-47F4-97E9-654762690F05}"/>
              </a:ext>
            </a:extLst>
          </p:cNvPr>
          <p:cNvSpPr>
            <a:spLocks noChangeAspect="1"/>
          </p:cNvSpPr>
          <p:nvPr/>
        </p:nvSpPr>
        <p:spPr>
          <a:xfrm>
            <a:off x="446088" y="606425"/>
            <a:ext cx="112998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7EA6ED5C-69D4-4DB5-B8D8-3516911F0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A8A882-8D64-412B-ABF6-D68DD636A207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A00A8AD0-3032-4F23-9537-A647312FD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95D80AD7-B07F-4425-A1D2-7598AFC20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411131-B844-4C6C-8771-5ADB541F3DE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554198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AB14D0DE-598C-4684-A409-6854915DE5B4}"/>
              </a:ext>
            </a:extLst>
          </p:cNvPr>
          <p:cNvSpPr>
            <a:spLocks noChangeAspect="1"/>
          </p:cNvSpPr>
          <p:nvPr/>
        </p:nvSpPr>
        <p:spPr>
          <a:xfrm>
            <a:off x="446088" y="606425"/>
            <a:ext cx="112998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6">
            <a:extLst>
              <a:ext uri="{FF2B5EF4-FFF2-40B4-BE49-F238E27FC236}">
                <a16:creationId xmlns:a16="http://schemas.microsoft.com/office/drawing/2014/main" xmlns="" id="{DFF66D81-9EBA-4C74-9D57-D697BAED7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AF95D0-C277-4701-8928-0B7A40552AE2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9" name="Footer Placeholder 7">
            <a:extLst>
              <a:ext uri="{FF2B5EF4-FFF2-40B4-BE49-F238E27FC236}">
                <a16:creationId xmlns:a16="http://schemas.microsoft.com/office/drawing/2014/main" xmlns="" id="{E3534A5F-EB8C-430C-90F0-9CAF7ACB0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xmlns="" id="{A01BF1C7-A649-4FA2-A21F-43FD8598E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5F1AD2-2983-4C70-BB8F-7795838F980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744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7F6CCD9A-CCDD-4F7B-97E2-6B8C1795B70F}"/>
              </a:ext>
            </a:extLst>
          </p:cNvPr>
          <p:cNvSpPr>
            <a:spLocks noChangeAspect="1"/>
          </p:cNvSpPr>
          <p:nvPr/>
        </p:nvSpPr>
        <p:spPr>
          <a:xfrm>
            <a:off x="441325" y="606425"/>
            <a:ext cx="11299825" cy="125888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xmlns="" id="{86267834-471B-4BA1-92FA-82FD008C3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8906F-1522-4B51-AEEE-E890A7ADEFCE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xmlns="" id="{1FCC449C-C9BB-44F0-9725-B3D3AA399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xmlns="" id="{CDEE15D0-053F-4674-BC2E-E52D2F20C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602E40-FDB2-40FF-B848-F60153497CB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4880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B01A8E16-3214-46E1-9DB1-0A72EFED4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364ABA-4F2C-459C-8B36-AAB288D34A5A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D271C239-96BE-4CDE-8567-25332EBA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6E1567F8-9252-4FBD-8987-197151E4F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4483BF-7EA0-4629-AC9A-75D7BEFC643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1057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9E4F6DB5-EFFC-4AFE-82C7-543B96686C39}"/>
              </a:ext>
            </a:extLst>
          </p:cNvPr>
          <p:cNvSpPr>
            <a:spLocks noChangeAspect="1"/>
          </p:cNvSpPr>
          <p:nvPr/>
        </p:nvSpPr>
        <p:spPr>
          <a:xfrm>
            <a:off x="447675" y="5141913"/>
            <a:ext cx="11298238" cy="127476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xmlns="" id="{EF897F2A-968D-4CAF-900F-39B8CEA4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E5C85FED-692C-4996-A306-1252B36F8D24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xmlns="" id="{831B04C7-CA1D-4FE1-8F2D-E49E417B1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xmlns="" id="{5B8F4D7A-48C0-4B31-9E1E-8692D8BA6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>
              <a:defRPr/>
            </a:pPr>
            <a:fld id="{C1799E9C-3097-4496-AC46-99AE9B34997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0669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/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E2047D3D-294E-4A82-A710-7E786FC67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2B4C4-0830-4A1E-8587-C70AB96200D3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80EB206E-7019-47FF-9F6B-EDB7C7A6B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099CAF94-3066-473E-96C3-4F7CE3A39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3420D-BD19-4E0D-81F8-394EAA2AE0A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575301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1036ABA6-5E27-432B-9AEE-59ADC9585F31}"/>
              </a:ext>
            </a:extLst>
          </p:cNvPr>
          <p:cNvSpPr>
            <a:spLocks noChangeAspect="1"/>
          </p:cNvSpPr>
          <p:nvPr/>
        </p:nvSpPr>
        <p:spPr>
          <a:xfrm>
            <a:off x="439738" y="614363"/>
            <a:ext cx="11309350" cy="118903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76CC5221-626D-4557-8294-BF637BCE4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421AA7-8509-40BC-A9E6-29CB52E3FF58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1F9F3B34-2EDD-4049-80B2-C6D565322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F8EB677C-CBB8-47E2-9F11-42A43C11D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DDC161-8EA0-41EF-8E6A-3DED768A72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74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BCC57F0F-B6F4-41C2-A124-53E59608B75C}"/>
              </a:ext>
            </a:extLst>
          </p:cNvPr>
          <p:cNvSpPr>
            <a:spLocks noChangeAspect="1"/>
          </p:cNvSpPr>
          <p:nvPr/>
        </p:nvSpPr>
        <p:spPr>
          <a:xfrm>
            <a:off x="8839200" y="600075"/>
            <a:ext cx="2906713" cy="5816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A862F3FB-92EE-4D66-B0B7-7CDED9A504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93188" y="5956300"/>
            <a:ext cx="1328737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3071C23-F1F1-4816-A9D3-9AB4C740C20B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40AD31E-F2F8-41C5-8753-3DDB6C081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4700" y="5951538"/>
            <a:ext cx="7896225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DA0F8058-833C-4741-BC76-51320FA48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47338" y="5956300"/>
            <a:ext cx="1163637" cy="365125"/>
          </a:xfrm>
        </p:spPr>
        <p:txBody>
          <a:bodyPr/>
          <a:lstStyle>
            <a:lvl1pPr>
              <a:defRPr>
                <a:solidFill>
                  <a:srgbClr val="2F5AAC"/>
                </a:solidFill>
              </a:defRPr>
            </a:lvl1pPr>
          </a:lstStyle>
          <a:p>
            <a:pPr>
              <a:defRPr/>
            </a:pPr>
            <a:fld id="{ABCBBD36-9819-41FD-9D1E-243CCE9FE1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0410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8D2CB0E4-D494-44F0-9A92-CC41E127A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025" y="704850"/>
            <a:ext cx="11029950" cy="11890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C502D424-3388-45BC-96E9-D9E7027B531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81025" y="2335213"/>
            <a:ext cx="11029950" cy="3524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A3393C1-BDD6-49FE-8624-DB2453F9F3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05713" y="595630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fld id="{F3E92040-C64B-400B-B3BC-619D0D012191}" type="datetimeFigureOut">
              <a:rPr lang="en-US"/>
              <a:pPr>
                <a:defRPr/>
              </a:pPr>
              <a:t>11/9/2020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D126A9C-5F61-4241-A305-EA0ECC9BDF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025" y="5951538"/>
            <a:ext cx="69167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 cap="all">
                <a:solidFill>
                  <a:schemeClr val="accent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8D49C55-CFFB-4697-B759-B9BC5F243D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58463" y="5956300"/>
            <a:ext cx="1052512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chemeClr val="accent2"/>
                </a:solidFill>
              </a:defRPr>
            </a:lvl1pPr>
          </a:lstStyle>
          <a:p>
            <a:pPr>
              <a:defRPr/>
            </a:pPr>
            <a:fld id="{E36130B9-3E21-42E9-8F40-CEF86A8BEEC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876CF6C0-912C-440C-9B1B-35B01AB70C4A}"/>
              </a:ext>
            </a:extLst>
          </p:cNvPr>
          <p:cNvSpPr/>
          <p:nvPr/>
        </p:nvSpPr>
        <p:spPr>
          <a:xfrm>
            <a:off x="446088" y="457200"/>
            <a:ext cx="3703637" cy="952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39295AA8-771A-419F-9A6D-05609104D608}"/>
              </a:ext>
            </a:extLst>
          </p:cNvPr>
          <p:cNvSpPr/>
          <p:nvPr/>
        </p:nvSpPr>
        <p:spPr>
          <a:xfrm>
            <a:off x="8042275" y="454025"/>
            <a:ext cx="3703638" cy="9842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xmlns="" id="{AE47A00B-547C-4210-AAA4-AB3F35F4BE6F}"/>
              </a:ext>
            </a:extLst>
          </p:cNvPr>
          <p:cNvSpPr/>
          <p:nvPr/>
        </p:nvSpPr>
        <p:spPr>
          <a:xfrm>
            <a:off x="4241800" y="457200"/>
            <a:ext cx="3703638" cy="9207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49" r:id="rId7"/>
    <p:sldLayoutId id="2147483857" r:id="rId8"/>
    <p:sldLayoutId id="2147483850" r:id="rId9"/>
    <p:sldLayoutId id="2147483858" r:id="rId10"/>
    <p:sldLayoutId id="2147483859" r:id="rId11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2800" kern="1200" cap="all">
          <a:solidFill>
            <a:schemeClr val="bg1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Gill Sans MT" panose="020B0502020104020203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4800" indent="-30480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ern="1200">
          <a:solidFill>
            <a:schemeClr val="tx2"/>
          </a:solidFill>
          <a:latin typeface="+mn-lt"/>
          <a:ea typeface="+mn-ea"/>
          <a:cs typeface="+mn-cs"/>
        </a:defRPr>
      </a:lvl1pPr>
      <a:lvl2pPr marL="628650" indent="-304800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8525" indent="-269875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1425" indent="-233363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1788" indent="-233363" algn="l" defTabSz="457200" rtl="0" eaLnBrk="0" fontAlgn="base" hangingPunct="0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mailto:emailadress@mail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6">
            <a:extLst>
              <a:ext uri="{FF2B5EF4-FFF2-40B4-BE49-F238E27FC236}">
                <a16:creationId xmlns:a16="http://schemas.microsoft.com/office/drawing/2014/main" xmlns="" id="{0F5AB77B-960B-4D16-9924-D68F469FB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1041400"/>
            <a:ext cx="1001236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algn="l" rtl="0" eaLnBrk="1" hangingPunct="1"/>
            <a:r>
              <a:rPr lang="en-US" altLang="en-US" sz="3200" dirty="0" err="1" smtClean="0"/>
              <a:t>Pertemuan</a:t>
            </a:r>
            <a:r>
              <a:rPr lang="en-US" altLang="en-US" sz="3200" dirty="0" smtClean="0"/>
              <a:t> 10</a:t>
            </a:r>
            <a:endParaRPr lang="en-US" altLang="en-US" sz="3600" dirty="0"/>
          </a:p>
          <a:p>
            <a:pPr algn="l" rtl="0" eaLnBrk="1" hangingPunct="1"/>
            <a:r>
              <a:rPr lang="en-US" altLang="en-US" sz="4000" b="1" dirty="0" smtClean="0"/>
              <a:t>Form and File</a:t>
            </a:r>
            <a:endParaRPr lang="en-US" altLang="en-US" sz="4000" dirty="0"/>
          </a:p>
        </p:txBody>
      </p:sp>
      <p:sp>
        <p:nvSpPr>
          <p:cNvPr id="12291" name="TextBox 7">
            <a:extLst>
              <a:ext uri="{FF2B5EF4-FFF2-40B4-BE49-F238E27FC236}">
                <a16:creationId xmlns:a16="http://schemas.microsoft.com/office/drawing/2014/main" xmlns="" id="{49BA9765-B931-4180-B2CE-586F477447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575" y="3425825"/>
            <a:ext cx="3924151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ill Sans MT" panose="020B0502020104020203" pitchFamily="34" charset="0"/>
              </a:defRPr>
            </a:lvl9pPr>
          </a:lstStyle>
          <a:p>
            <a:pPr eaLnBrk="1" hangingPunct="1"/>
            <a:r>
              <a:rPr lang="en-US" altLang="en-US" sz="2400" i="1" dirty="0">
                <a:solidFill>
                  <a:schemeClr val="bg1"/>
                </a:solidFill>
              </a:rPr>
              <a:t>Team Teaching </a:t>
            </a:r>
            <a:endParaRPr lang="en-US" altLang="en-US" sz="2400" i="1" dirty="0">
              <a:solidFill>
                <a:schemeClr val="bg1"/>
              </a:solidFill>
            </a:endParaRPr>
          </a:p>
          <a:p>
            <a:pPr algn="l" rtl="0" eaLnBrk="1" hangingPunct="1"/>
            <a:r>
              <a:rPr lang="en-US" altLang="en-US" sz="2000" dirty="0" err="1" smtClean="0">
                <a:solidFill>
                  <a:schemeClr val="bg1"/>
                </a:solidFill>
              </a:rPr>
              <a:t>Yushintia</a:t>
            </a:r>
            <a:r>
              <a:rPr lang="en-US" altLang="en-US" sz="2000" dirty="0" smtClean="0">
                <a:solidFill>
                  <a:srgbClr val="4D5156"/>
                </a:solidFill>
                <a:latin typeface="Arial" panose="020B0604020202020204" pitchFamily="34" charset="0"/>
              </a:rPr>
              <a:t> </a:t>
            </a:r>
            <a:r>
              <a:rPr lang="en-US" altLang="en-US" sz="2000" dirty="0" err="1" smtClean="0">
                <a:solidFill>
                  <a:schemeClr val="bg1"/>
                </a:solidFill>
              </a:rPr>
              <a:t>Pramitarini</a:t>
            </a:r>
            <a:r>
              <a:rPr lang="en-US" altLang="en-US" sz="2000" dirty="0" smtClean="0">
                <a:solidFill>
                  <a:schemeClr val="bg1"/>
                </a:solidFill>
              </a:rPr>
              <a:t>, </a:t>
            </a:r>
            <a:r>
              <a:rPr lang="en-US" altLang="en-US" sz="2000" dirty="0" smtClean="0">
                <a:solidFill>
                  <a:schemeClr val="bg1"/>
                </a:solidFill>
                <a:latin typeface="+mj-lt"/>
              </a:rPr>
              <a:t>S </a:t>
            </a:r>
            <a:r>
              <a:rPr lang="en-US" altLang="en-US" sz="2000" dirty="0">
                <a:solidFill>
                  <a:schemeClr val="bg1"/>
                </a:solidFill>
                <a:latin typeface="+mj-lt"/>
              </a:rPr>
              <a:t>ST,MT</a:t>
            </a:r>
            <a:r>
              <a:rPr lang="en-US" altLang="en-US" sz="2000" dirty="0">
                <a:solidFill>
                  <a:srgbClr val="4D5156"/>
                </a:solidFill>
                <a:latin typeface="+mj-lt"/>
              </a:rPr>
              <a:t> </a:t>
            </a:r>
          </a:p>
          <a:p>
            <a:pPr algn="l" rtl="0" eaLnBrk="1" hangingPunct="1"/>
            <a:r>
              <a:rPr lang="en-US" altLang="en-US" sz="2000" dirty="0">
                <a:solidFill>
                  <a:schemeClr val="bg1"/>
                </a:solidFill>
              </a:rPr>
              <a:t>Elok Nur Hamdana, ST, MT</a:t>
            </a:r>
          </a:p>
          <a:p>
            <a:pPr algn="l" rtl="0" eaLnBrk="1" hangingPunct="1"/>
            <a:r>
              <a:rPr lang="en-US" altLang="en-US" sz="2000" dirty="0">
                <a:solidFill>
                  <a:schemeClr val="bg1"/>
                </a:solidFill>
              </a:rPr>
              <a:t>Wilda </a:t>
            </a:r>
            <a:r>
              <a:rPr lang="en-US" altLang="en-US" sz="2000" dirty="0" err="1" smtClean="0">
                <a:solidFill>
                  <a:schemeClr val="bg1"/>
                </a:solidFill>
              </a:rPr>
              <a:t>Imama</a:t>
            </a:r>
            <a:r>
              <a:rPr lang="en-US" altLang="en-US" sz="2000" dirty="0" smtClean="0">
                <a:solidFill>
                  <a:schemeClr val="bg1"/>
                </a:solidFill>
              </a:rPr>
              <a:t> </a:t>
            </a:r>
            <a:r>
              <a:rPr lang="en-US" altLang="en-US" sz="2000" dirty="0" err="1">
                <a:solidFill>
                  <a:schemeClr val="bg1"/>
                </a:solidFill>
              </a:rPr>
              <a:t>Sabilla</a:t>
            </a:r>
            <a:r>
              <a:rPr lang="en-US" altLang="en-US" sz="2000" dirty="0">
                <a:solidFill>
                  <a:schemeClr val="bg1"/>
                </a:solidFill>
              </a:rPr>
              <a:t>, </a:t>
            </a:r>
            <a:r>
              <a:rPr lang="en-US" altLang="en-US" sz="2000" dirty="0" err="1">
                <a:solidFill>
                  <a:schemeClr val="bg1"/>
                </a:solidFill>
              </a:rPr>
              <a:t>S.Kom</a:t>
            </a:r>
            <a:r>
              <a:rPr lang="en-US" altLang="en-US" sz="2000" dirty="0">
                <a:solidFill>
                  <a:schemeClr val="bg1"/>
                </a:solidFill>
              </a:rPr>
              <a:t>., </a:t>
            </a:r>
            <a:r>
              <a:rPr lang="en-US" altLang="en-US" sz="2000" dirty="0" err="1">
                <a:solidFill>
                  <a:schemeClr val="bg1"/>
                </a:solidFill>
              </a:rPr>
              <a:t>M.Kom</a:t>
            </a:r>
            <a:endParaRPr lang="en-US" altLang="en-US" sz="2000" dirty="0">
              <a:solidFill>
                <a:schemeClr val="bg1"/>
              </a:solidFill>
            </a:endParaRPr>
          </a:p>
        </p:txBody>
      </p:sp>
      <p:pic>
        <p:nvPicPr>
          <p:cNvPr id="12292" name="Picture 2">
            <a:extLst>
              <a:ext uri="{FF2B5EF4-FFF2-40B4-BE49-F238E27FC236}">
                <a16:creationId xmlns:a16="http://schemas.microsoft.com/office/drawing/2014/main" xmlns="" id="{816E9A8C-97D5-4048-856E-32D5A63F9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538" y="3425825"/>
            <a:ext cx="1574800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2E859B57-D456-4D7C-9B92-FC07B2F2A019}"/>
              </a:ext>
            </a:extLst>
          </p:cNvPr>
          <p:cNvSpPr txBox="1"/>
          <p:nvPr/>
        </p:nvSpPr>
        <p:spPr>
          <a:xfrm>
            <a:off x="8130090" y="5816600"/>
            <a:ext cx="334360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en-US" sz="2000" dirty="0" smtClean="0">
                <a:solidFill>
                  <a:schemeClr val="bg1"/>
                </a:solidFill>
              </a:rPr>
              <a:t>Web Design </a:t>
            </a:r>
            <a:r>
              <a:rPr lang="en-US" sz="2000" dirty="0">
                <a:solidFill>
                  <a:schemeClr val="bg1"/>
                </a:solidFill>
              </a:rPr>
              <a:t>and </a:t>
            </a:r>
            <a:r>
              <a:rPr lang="en-US" sz="2000" dirty="0" smtClean="0">
                <a:solidFill>
                  <a:schemeClr val="bg1"/>
                </a:solidFill>
              </a:rPr>
              <a:t>Programming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DAFA12F-A5D5-4EB8-8C18-560B0E5CE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smtClean="0"/>
              <a:t>POKOK BAHASAN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xmlns="" id="{641DC546-BFB4-A544-AC4B-B98BD83548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4269798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89614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31E512E-D66A-471A-BB4C-2E041A40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smtClean="0"/>
              <a:t>TUJUAN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xmlns="" id="{6EF1595C-4547-40B4-BB0D-34F208CCE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4094265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98005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D0216FC-1BD1-41E5-88D0-0DE8A30D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smtClean="0"/>
              <a:t>FORM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54FC98DD-02D2-284D-BAC6-DFCF9C9B0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454765"/>
          </a:xfrm>
        </p:spPr>
        <p:txBody>
          <a:bodyPr anchor="t"/>
          <a:lstStyle/>
          <a:p>
            <a:pPr eaLnBrk="1">
              <a:defRPr/>
            </a:pPr>
            <a:r>
              <a:rPr lang="en-US" sz="2400" dirty="0" smtClean="0"/>
              <a:t>Form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HTML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menerima</a:t>
            </a:r>
            <a:r>
              <a:rPr lang="en-US" sz="2400" dirty="0"/>
              <a:t> </a:t>
            </a:r>
            <a:r>
              <a:rPr lang="en-US" sz="2400" dirty="0" err="1"/>
              <a:t>masukan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pengguna</a:t>
            </a:r>
            <a:r>
              <a:rPr lang="en-US" sz="2400" dirty="0"/>
              <a:t>. </a:t>
            </a:r>
            <a:r>
              <a:rPr lang="en-US" sz="2400" dirty="0" err="1"/>
              <a:t>Melalui</a:t>
            </a:r>
            <a:r>
              <a:rPr lang="en-US" sz="2400" dirty="0"/>
              <a:t> </a:t>
            </a:r>
            <a:r>
              <a:rPr lang="en-US" sz="2400" dirty="0" err="1"/>
              <a:t>suatu</a:t>
            </a:r>
            <a:r>
              <a:rPr lang="en-US" sz="2400" dirty="0"/>
              <a:t> </a:t>
            </a:r>
            <a:r>
              <a:rPr lang="en-US" sz="2400" dirty="0" smtClean="0"/>
              <a:t>form, </a:t>
            </a:r>
            <a:r>
              <a:rPr lang="en-US" sz="2400" dirty="0" err="1"/>
              <a:t>pengguna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berinteraksi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web.</a:t>
            </a:r>
          </a:p>
          <a:p>
            <a:pPr eaLnBrk="1">
              <a:defRPr/>
            </a:pP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r>
              <a:rPr lang="en-US" sz="2400" dirty="0"/>
              <a:t> </a:t>
            </a:r>
            <a:r>
              <a:rPr lang="en-US" sz="2400" dirty="0" err="1"/>
              <a:t>hampir</a:t>
            </a:r>
            <a:r>
              <a:rPr lang="en-US" sz="2400" dirty="0"/>
              <a:t> </a:t>
            </a:r>
            <a:r>
              <a:rPr lang="en-US" sz="2400" dirty="0" err="1"/>
              <a:t>semua</a:t>
            </a:r>
            <a:r>
              <a:rPr lang="en-US" sz="2400" dirty="0"/>
              <a:t> website modern </a:t>
            </a:r>
            <a:r>
              <a:rPr lang="en-US" sz="2400" dirty="0" err="1"/>
              <a:t>membutuhkan</a:t>
            </a:r>
            <a:r>
              <a:rPr lang="en-US" sz="2400" dirty="0"/>
              <a:t> form </a:t>
            </a:r>
            <a:r>
              <a:rPr lang="en-US" sz="2400" dirty="0" err="1"/>
              <a:t>sebagai</a:t>
            </a:r>
            <a:r>
              <a:rPr lang="en-US" sz="2400" dirty="0"/>
              <a:t> </a:t>
            </a:r>
            <a:r>
              <a:rPr lang="en-US" sz="2400" dirty="0" err="1"/>
              <a:t>fitur</a:t>
            </a:r>
            <a:r>
              <a:rPr lang="en-US" sz="2400" dirty="0"/>
              <a:t> </a:t>
            </a:r>
            <a:r>
              <a:rPr lang="en-US" sz="2400" dirty="0" err="1"/>
              <a:t>utamanya</a:t>
            </a:r>
            <a:r>
              <a:rPr lang="en-US" sz="2400" dirty="0"/>
              <a:t>, </a:t>
            </a:r>
            <a:r>
              <a:rPr lang="en-US" sz="2400" dirty="0" err="1"/>
              <a:t>seperti</a:t>
            </a:r>
            <a:r>
              <a:rPr lang="en-US" sz="2400" dirty="0"/>
              <a:t> form </a:t>
            </a:r>
            <a:r>
              <a:rPr lang="en-US" sz="2400" dirty="0" err="1"/>
              <a:t>registrasi</a:t>
            </a:r>
            <a:r>
              <a:rPr lang="en-US" sz="2400" dirty="0"/>
              <a:t>, form login,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/>
              <a:t>lain </a:t>
            </a:r>
            <a:r>
              <a:rPr lang="en-US" sz="2400" dirty="0" err="1"/>
              <a:t>sebagainya</a:t>
            </a:r>
            <a:r>
              <a:rPr lang="en-US" sz="2400" dirty="0"/>
              <a:t>.</a:t>
            </a:r>
          </a:p>
          <a:p>
            <a:pPr eaLnBrk="1">
              <a:defRPr/>
            </a:pPr>
            <a:r>
              <a:rPr lang="en-US" sz="2400" dirty="0" smtClean="0"/>
              <a:t>Form </a:t>
            </a:r>
            <a:r>
              <a:rPr lang="en-US" sz="2400" dirty="0" err="1" smtClean="0"/>
              <a:t>dimungkinkan</a:t>
            </a:r>
            <a:r>
              <a:rPr lang="en-US" sz="2400" dirty="0" smtClean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integrasi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teknologi</a:t>
            </a:r>
            <a:r>
              <a:rPr lang="en-US" sz="2400" dirty="0"/>
              <a:t>:</a:t>
            </a:r>
          </a:p>
          <a:p>
            <a:pPr lvl="1" eaLnBrk="1">
              <a:defRPr/>
            </a:pPr>
            <a:r>
              <a:rPr lang="en-US" sz="2200" dirty="0"/>
              <a:t>HTML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membuat</a:t>
            </a:r>
            <a:r>
              <a:rPr lang="en-US" sz="2200" dirty="0"/>
              <a:t> </a:t>
            </a:r>
            <a:r>
              <a:rPr lang="en-US" sz="2200" dirty="0" smtClean="0"/>
              <a:t>form yang </a:t>
            </a:r>
            <a:r>
              <a:rPr lang="en-US" sz="2200" dirty="0" err="1" smtClean="0"/>
              <a:t>menerima</a:t>
            </a:r>
            <a:r>
              <a:rPr lang="en-US" sz="2200" dirty="0" smtClean="0"/>
              <a:t> </a:t>
            </a:r>
            <a:r>
              <a:rPr lang="en-US" sz="2200" dirty="0"/>
              <a:t>input </a:t>
            </a:r>
            <a:r>
              <a:rPr lang="en-US" sz="2200" dirty="0" err="1" smtClean="0"/>
              <a:t>pengguna</a:t>
            </a:r>
            <a:r>
              <a:rPr lang="en-US" sz="2200" dirty="0" smtClean="0"/>
              <a:t>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smtClean="0"/>
              <a:t>label.</a:t>
            </a:r>
            <a:endParaRPr lang="en-US" sz="2200" dirty="0"/>
          </a:p>
          <a:p>
            <a:pPr lvl="1" eaLnBrk="1">
              <a:defRPr/>
            </a:pPr>
            <a:r>
              <a:rPr lang="en-US" sz="2200" dirty="0"/>
              <a:t>CSS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menata</a:t>
            </a:r>
            <a:r>
              <a:rPr lang="en-US" sz="2200" dirty="0"/>
              <a:t> </a:t>
            </a:r>
            <a:r>
              <a:rPr lang="en-US" sz="2200" dirty="0" err="1" smtClean="0"/>
              <a:t>tampilan</a:t>
            </a:r>
            <a:r>
              <a:rPr lang="en-US" sz="2200" dirty="0" smtClean="0"/>
              <a:t> form.</a:t>
            </a:r>
            <a:endParaRPr lang="en-US" sz="2200" dirty="0"/>
          </a:p>
          <a:p>
            <a:pPr lvl="1" eaLnBrk="1">
              <a:defRPr/>
            </a:pPr>
            <a:r>
              <a:rPr lang="en-US" sz="2200" dirty="0"/>
              <a:t>JavaScript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memvalidasi</a:t>
            </a:r>
            <a:r>
              <a:rPr lang="en-US" sz="2200" dirty="0"/>
              <a:t> </a:t>
            </a:r>
            <a:r>
              <a:rPr lang="en-US" sz="2200" dirty="0" err="1"/>
              <a:t>masukan</a:t>
            </a:r>
            <a:r>
              <a:rPr lang="en-US" sz="2200" dirty="0"/>
              <a:t> </a:t>
            </a:r>
            <a:r>
              <a:rPr lang="en-US" sz="2200" dirty="0" err="1"/>
              <a:t>formulir</a:t>
            </a:r>
            <a:r>
              <a:rPr lang="en-US" sz="2200" dirty="0"/>
              <a:t> </a:t>
            </a:r>
            <a:r>
              <a:rPr lang="en-US" sz="2200" dirty="0" err="1"/>
              <a:t>dan</a:t>
            </a:r>
            <a:r>
              <a:rPr lang="en-US" sz="2200" dirty="0"/>
              <a:t> </a:t>
            </a:r>
            <a:r>
              <a:rPr lang="en-US" sz="2200" dirty="0" err="1"/>
              <a:t>menyediakan</a:t>
            </a:r>
            <a:r>
              <a:rPr lang="en-US" sz="2200" dirty="0"/>
              <a:t> </a:t>
            </a:r>
            <a:r>
              <a:rPr lang="en-US" sz="2200" dirty="0" err="1"/>
              <a:t>interaksi</a:t>
            </a:r>
            <a:r>
              <a:rPr lang="en-US" sz="2200" dirty="0"/>
              <a:t> yang </a:t>
            </a:r>
            <a:r>
              <a:rPr lang="en-US" sz="2200" dirty="0" err="1"/>
              <a:t>mendukung</a:t>
            </a:r>
            <a:r>
              <a:rPr lang="en-US" sz="2200" dirty="0"/>
              <a:t> Ajax.</a:t>
            </a:r>
          </a:p>
          <a:p>
            <a:pPr lvl="1" eaLnBrk="1">
              <a:defRPr/>
            </a:pPr>
            <a:r>
              <a:rPr lang="en-US" sz="2200" dirty="0" err="1"/>
              <a:t>Bahasa</a:t>
            </a:r>
            <a:r>
              <a:rPr lang="en-US" sz="2200" dirty="0"/>
              <a:t> </a:t>
            </a:r>
            <a:r>
              <a:rPr lang="en-US" sz="2200" dirty="0" err="1"/>
              <a:t>sisi</a:t>
            </a:r>
            <a:r>
              <a:rPr lang="en-US" sz="2200" dirty="0"/>
              <a:t> server </a:t>
            </a:r>
            <a:r>
              <a:rPr lang="en-US" sz="2200" dirty="0" err="1"/>
              <a:t>seperti</a:t>
            </a:r>
            <a:r>
              <a:rPr lang="en-US" sz="2200" dirty="0"/>
              <a:t> PHP </a:t>
            </a:r>
            <a:r>
              <a:rPr lang="en-US" sz="2200" dirty="0" err="1"/>
              <a:t>untuk</a:t>
            </a:r>
            <a:r>
              <a:rPr lang="en-US" sz="2200" dirty="0"/>
              <a:t> </a:t>
            </a:r>
            <a:r>
              <a:rPr lang="en-US" sz="2200" dirty="0" err="1"/>
              <a:t>memproses</a:t>
            </a:r>
            <a:r>
              <a:rPr lang="en-US" sz="2200" dirty="0"/>
              <a:t> data </a:t>
            </a:r>
            <a:r>
              <a:rPr lang="en-US" sz="2200" dirty="0" smtClean="0"/>
              <a:t>form.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251868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77C094-90B1-4056-8AE2-347C6C6D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cap="none" dirty="0" smtClean="0">
                <a:latin typeface="+mn-lt"/>
              </a:rPr>
              <a:t>FORM STRUCTURE</a:t>
            </a:r>
            <a:endParaRPr lang="en-US" cap="none" dirty="0">
              <a:latin typeface="+mn-lt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3"/>
          <a:srcRect l="2641" t="1472" r="72525" b="28441"/>
          <a:stretch/>
        </p:blipFill>
        <p:spPr>
          <a:xfrm>
            <a:off x="581192" y="2022517"/>
            <a:ext cx="3969778" cy="1115694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94638" y="3218893"/>
            <a:ext cx="6908821" cy="4038541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7112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3420745" algn="l"/>
              </a:tabLst>
            </a:pP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masukan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terkandung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dalam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formulir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meliputi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: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b="1" i="1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text</a:t>
            </a:r>
            <a:r>
              <a:rPr lang="en-US" sz="1600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merupakan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memasukkan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teks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dalam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satu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baris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Lebar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karakter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default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adalah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20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karakter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b="1" i="1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password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adalah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memasukkan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sebaris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teks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dalam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format password /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sandi-sandi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b="1" i="1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checkbox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adalah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dapat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memasukkan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lebih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dari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satu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pilihan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b="1" i="1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r</a:t>
            </a:r>
            <a:r>
              <a:rPr lang="en-US" sz="1600" b="1" i="1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adio button</a:t>
            </a:r>
            <a:r>
              <a:rPr lang="en-US" sz="1600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adalah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memasukkan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opsi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Anda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hanya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dapat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memilih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satu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pilihan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b="1" i="1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text-area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adalah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memasukkan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lebih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dari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satu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baris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teks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b="1" i="1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s</a:t>
            </a:r>
            <a:r>
              <a:rPr lang="en-US" sz="1600" b="1" i="1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ubmit button</a:t>
            </a:r>
            <a:r>
              <a:rPr lang="en-US" sz="1600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merupakan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mengirimkan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data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dari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halaman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web </a:t>
            </a: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ke</a:t>
            </a:r>
            <a:r>
              <a:rPr lang="en-US" sz="1600" dirty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server,</a:t>
            </a:r>
          </a:p>
          <a:p>
            <a:pPr marL="285750" marR="71120" indent="-28575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sz="1600" dirty="0" err="1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dll</a:t>
            </a:r>
            <a:endParaRPr lang="en-US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225756" y="2282758"/>
            <a:ext cx="56300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rgbClr val="A52A2A"/>
                </a:solidFill>
                <a:latin typeface="Consolas" panose="020B0609020204030204" pitchFamily="49" charset="0"/>
              </a:rPr>
              <a:t>input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type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="text"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id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"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 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="</a:t>
            </a:r>
            <a:r>
              <a:rPr lang="en-US" dirty="0" err="1">
                <a:solidFill>
                  <a:srgbClr val="0000CD"/>
                </a:solidFill>
                <a:latin typeface="Consolas" panose="020B0609020204030204" pitchFamily="49" charset="0"/>
              </a:rPr>
              <a:t>fname</a:t>
            </a:r>
            <a:r>
              <a:rPr lang="en-US" dirty="0">
                <a:solidFill>
                  <a:srgbClr val="0000CD"/>
                </a:solidFill>
                <a:latin typeface="Consolas" panose="020B0609020204030204" pitchFamily="49" charset="0"/>
              </a:rPr>
              <a:t>"&gt;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225756" y="2022517"/>
            <a:ext cx="22898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Contoh</a:t>
            </a:r>
            <a:r>
              <a:rPr lang="en-US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elemen</a:t>
            </a:r>
            <a:r>
              <a:rPr lang="en-US" dirty="0" smtClean="0">
                <a:solidFill>
                  <a:srgbClr val="272727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 input :</a:t>
            </a:r>
            <a:endParaRPr lang="en-US" dirty="0"/>
          </a:p>
        </p:txBody>
      </p:sp>
      <p:pic>
        <p:nvPicPr>
          <p:cNvPr id="2050" name="Picture 2" descr="Form (HTML) - Wikipedi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1763" y="3165105"/>
            <a:ext cx="3743325" cy="304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715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D0216FC-1BD1-41E5-88D0-0DE8A30D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smtClean="0"/>
              <a:t>FORM HANDLING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54FC98DD-02D2-284D-BAC6-DFCF9C9B0B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4195590"/>
          </a:xfrm>
        </p:spPr>
        <p:txBody>
          <a:bodyPr anchor="t"/>
          <a:lstStyle/>
          <a:p>
            <a:pPr marL="0" indent="0" eaLnBrk="1">
              <a:buNone/>
              <a:defRPr/>
            </a:pP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memproses</a:t>
            </a:r>
            <a:r>
              <a:rPr lang="en-US" sz="2400" dirty="0" smtClean="0"/>
              <a:t> form, </a:t>
            </a:r>
            <a:r>
              <a:rPr lang="en-US" sz="2400" dirty="0" err="1" smtClean="0"/>
              <a:t>terdapat</a:t>
            </a:r>
            <a:r>
              <a:rPr lang="en-US" sz="2400" dirty="0" smtClean="0"/>
              <a:t> 2 </a:t>
            </a:r>
            <a:r>
              <a:rPr lang="en-US" sz="2400" dirty="0" err="1" smtClean="0"/>
              <a:t>atribut</a:t>
            </a:r>
            <a:r>
              <a:rPr lang="en-US" sz="2400" dirty="0" smtClean="0"/>
              <a:t> yang </a:t>
            </a:r>
            <a:r>
              <a:rPr lang="en-US" sz="2400" dirty="0" err="1" smtClean="0"/>
              <a:t>digunakan</a:t>
            </a:r>
            <a:r>
              <a:rPr lang="en-US" sz="2400" dirty="0" smtClean="0"/>
              <a:t> </a:t>
            </a:r>
            <a:r>
              <a:rPr lang="en-US" sz="2400" dirty="0" err="1" smtClean="0"/>
              <a:t>pada</a:t>
            </a:r>
            <a:r>
              <a:rPr lang="en-US" sz="2400" dirty="0" smtClean="0"/>
              <a:t> </a:t>
            </a:r>
            <a:r>
              <a:rPr lang="en-US" sz="2400" dirty="0" err="1" smtClean="0"/>
              <a:t>elemen</a:t>
            </a:r>
            <a:r>
              <a:rPr lang="en-US" sz="2400" dirty="0" smtClean="0"/>
              <a:t> form di HTML</a:t>
            </a:r>
            <a:r>
              <a:rPr lang="en-US" sz="2400" dirty="0" smtClean="0"/>
              <a:t>.</a:t>
            </a:r>
            <a:endParaRPr lang="en-US" sz="2400" dirty="0" smtClean="0"/>
          </a:p>
          <a:p>
            <a:pPr marL="0" indent="0" eaLnBrk="1">
              <a:buNone/>
              <a:defRPr/>
            </a:pPr>
            <a:r>
              <a:rPr lang="en-US" sz="2400" dirty="0" smtClean="0"/>
              <a:t>1. </a:t>
            </a:r>
            <a:r>
              <a:rPr lang="en-US" sz="2400" dirty="0" err="1" smtClean="0"/>
              <a:t>Atribut</a:t>
            </a:r>
            <a:r>
              <a:rPr lang="en-US" sz="2400" dirty="0" smtClean="0"/>
              <a:t> ACTION</a:t>
            </a:r>
          </a:p>
          <a:p>
            <a:pPr marL="0" indent="0" eaLnBrk="1">
              <a:buNone/>
              <a:defRPr/>
            </a:pPr>
            <a:r>
              <a:rPr lang="en-US" sz="2400" dirty="0" err="1"/>
              <a:t>Atribut</a:t>
            </a:r>
            <a:r>
              <a:rPr lang="en-US" sz="2400" dirty="0"/>
              <a:t> action </a:t>
            </a:r>
            <a:r>
              <a:rPr lang="en-US" sz="2400" dirty="0" err="1"/>
              <a:t>diisi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alamat</a:t>
            </a:r>
            <a:r>
              <a:rPr lang="en-US" sz="2400" dirty="0"/>
              <a:t> </a:t>
            </a:r>
            <a:r>
              <a:rPr lang="en-US" sz="2400" dirty="0" err="1"/>
              <a:t>halaman</a:t>
            </a:r>
            <a:r>
              <a:rPr lang="en-US" sz="2400" dirty="0"/>
              <a:t> PHP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memproses</a:t>
            </a:r>
            <a:r>
              <a:rPr lang="en-US" sz="2400" dirty="0"/>
              <a:t> data </a:t>
            </a:r>
            <a:r>
              <a:rPr lang="en-US" sz="2400" dirty="0" err="1" smtClean="0"/>
              <a:t>formulir</a:t>
            </a:r>
            <a:endParaRPr lang="en-US" sz="2400" dirty="0" smtClean="0"/>
          </a:p>
          <a:p>
            <a:pPr marL="0" indent="0" eaLnBrk="1">
              <a:buNone/>
              <a:defRPr/>
            </a:pPr>
            <a:r>
              <a:rPr lang="en-US" sz="2400" dirty="0" smtClean="0"/>
              <a:t>2</a:t>
            </a:r>
            <a:r>
              <a:rPr lang="en-US" sz="2400" dirty="0" smtClean="0"/>
              <a:t>. </a:t>
            </a:r>
            <a:r>
              <a:rPr lang="en-US" sz="2400" dirty="0" err="1" smtClean="0"/>
              <a:t>Atribut</a:t>
            </a:r>
            <a:r>
              <a:rPr lang="en-US" sz="2400" dirty="0" smtClean="0"/>
              <a:t> METHOD</a:t>
            </a:r>
            <a:endParaRPr lang="en-US" sz="2400" dirty="0" smtClean="0"/>
          </a:p>
          <a:p>
            <a:pPr marL="228600" indent="0" eaLnBrk="1">
              <a:buNone/>
              <a:defRPr/>
            </a:pPr>
            <a:r>
              <a:rPr lang="en-US" sz="2400" dirty="0" err="1"/>
              <a:t>Atribut</a:t>
            </a:r>
            <a:r>
              <a:rPr lang="en-US" sz="2400" dirty="0"/>
              <a:t> </a:t>
            </a:r>
            <a:r>
              <a:rPr lang="en-US" sz="2400" dirty="0" smtClean="0"/>
              <a:t>method </a:t>
            </a:r>
            <a:r>
              <a:rPr lang="en-US" sz="2400" dirty="0" err="1" smtClean="0"/>
              <a:t>akan</a:t>
            </a:r>
            <a:r>
              <a:rPr lang="en-US" sz="2400" dirty="0" smtClean="0"/>
              <a:t> </a:t>
            </a:r>
            <a:r>
              <a:rPr lang="en-US" sz="2400" dirty="0" err="1"/>
              <a:t>menentukan</a:t>
            </a:r>
            <a:r>
              <a:rPr lang="en-US" sz="2400" dirty="0"/>
              <a:t> </a:t>
            </a:r>
            <a:r>
              <a:rPr lang="en-US" sz="2400" dirty="0" err="1"/>
              <a:t>bagaimana</a:t>
            </a:r>
            <a:r>
              <a:rPr lang="en-US" sz="2400" dirty="0"/>
              <a:t> data </a:t>
            </a:r>
            <a:r>
              <a:rPr lang="en-US" sz="2400" dirty="0" err="1"/>
              <a:t>dikirim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server</a:t>
            </a:r>
          </a:p>
          <a:p>
            <a:pPr marL="571500" indent="-342900" eaLnBrk="1">
              <a:defRPr/>
            </a:pPr>
            <a:r>
              <a:rPr lang="en-US" sz="2400" dirty="0"/>
              <a:t>POST: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meneruskan</a:t>
            </a:r>
            <a:r>
              <a:rPr lang="en-US" sz="2400" dirty="0"/>
              <a:t> data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langsung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</a:t>
            </a:r>
            <a:r>
              <a:rPr lang="en-US" sz="2400" dirty="0" smtClean="0"/>
              <a:t>action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memproses</a:t>
            </a:r>
            <a:r>
              <a:rPr lang="en-US" sz="2400" dirty="0" smtClean="0"/>
              <a:t>, </a:t>
            </a:r>
            <a:r>
              <a:rPr lang="en-US" sz="2400" dirty="0" err="1"/>
              <a:t>tanpa</a:t>
            </a:r>
            <a:r>
              <a:rPr lang="en-US" sz="2400" dirty="0"/>
              <a:t> </a:t>
            </a:r>
            <a:r>
              <a:rPr lang="en-US" sz="2400" dirty="0" err="1"/>
              <a:t>ditampilkan</a:t>
            </a:r>
            <a:r>
              <a:rPr lang="en-US" sz="2400" dirty="0"/>
              <a:t> di URL,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smtClean="0"/>
              <a:t>$_</a:t>
            </a:r>
            <a:r>
              <a:rPr lang="en-US" sz="2400" dirty="0"/>
              <a:t>POST</a:t>
            </a:r>
          </a:p>
          <a:p>
            <a:pPr marL="571500" indent="-342900" eaLnBrk="1">
              <a:defRPr/>
            </a:pPr>
            <a:r>
              <a:rPr lang="en-US" sz="2400" dirty="0"/>
              <a:t>GET: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menampilkan</a:t>
            </a:r>
            <a:r>
              <a:rPr lang="en-US" sz="2400" dirty="0"/>
              <a:t> data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</a:t>
            </a:r>
            <a:r>
              <a:rPr lang="en-US" sz="2400" dirty="0" err="1"/>
              <a:t>pada</a:t>
            </a:r>
            <a:r>
              <a:rPr lang="en-US" sz="2400" dirty="0"/>
              <a:t> URL, yang </a:t>
            </a:r>
            <a:r>
              <a:rPr lang="en-US" sz="2400" dirty="0" err="1"/>
              <a:t>kemudian</a:t>
            </a:r>
            <a:r>
              <a:rPr lang="en-US" sz="2400" dirty="0"/>
              <a:t> </a:t>
            </a:r>
            <a:r>
              <a:rPr lang="en-US" sz="2400" dirty="0" err="1"/>
              <a:t>diakomodasi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action, </a:t>
            </a:r>
            <a:r>
              <a:rPr lang="en-US" sz="2400" dirty="0" err="1"/>
              <a:t>variabel</a:t>
            </a:r>
            <a:r>
              <a:rPr lang="en-US" sz="2400" dirty="0"/>
              <a:t> yang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smtClean="0"/>
              <a:t>$_</a:t>
            </a:r>
            <a:r>
              <a:rPr lang="en-US" sz="2400" dirty="0"/>
              <a:t>GET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60594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D0216FC-1BD1-41E5-88D0-0DE8A30D6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smtClean="0"/>
              <a:t>FORM HANDLING</a:t>
            </a:r>
            <a:endParaRPr lang="en-US" dirty="0"/>
          </a:p>
        </p:txBody>
      </p:sp>
      <p:pic>
        <p:nvPicPr>
          <p:cNvPr id="5" name="Picture 4"/>
          <p:cNvPicPr/>
          <p:nvPr/>
        </p:nvPicPr>
        <p:blipFill>
          <a:blip r:embed="rId2"/>
          <a:stretch>
            <a:fillRect/>
          </a:stretch>
        </p:blipFill>
        <p:spPr>
          <a:xfrm>
            <a:off x="779649" y="2216807"/>
            <a:ext cx="4474902" cy="1629056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875649" y="1813395"/>
            <a:ext cx="4352646" cy="203246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79649" y="3949780"/>
            <a:ext cx="4854669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7112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Data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atau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nilai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dikirim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menggunakan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metode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POST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tidak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terbatas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marR="71120" indent="-285750" algn="just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>
                <a:tab pos="3420745" algn="l"/>
              </a:tabLst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Metode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POST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digunakan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mengirimkan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data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penting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yang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tidak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dapat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diketahui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oleh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orang lain,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seperti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password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lain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sebagainya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33603" y="3949780"/>
            <a:ext cx="493361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Panjang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URL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dibatasi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(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sekitar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3000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karakter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Berguna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pengiriman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form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di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mana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pengguna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ingin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menandai</a:t>
            </a:r>
            <a:r>
              <a:rPr lang="en-US" dirty="0" smtClean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 smtClean="0">
                <a:latin typeface="Calibri" panose="020F0502020204030204" pitchFamily="34" charset="0"/>
                <a:ea typeface="Calibri" panose="020F0502020204030204" pitchFamily="34" charset="0"/>
              </a:rPr>
              <a:t>hasilnya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GET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lebih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baik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untuk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data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tidak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aman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seperti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string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</a:rPr>
              <a:t>kueri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</a:rPr>
              <a:t> di Google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452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xmlns="" id="{B871AE93-72B2-4545-989F-4B08DCD7872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548641"/>
            <a:ext cx="12191999" cy="63093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xmlns="" id="{C1B0F13F-C83B-4678-ABCC-5F6FB1D3882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61436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9CD99030-75BA-2E4C-B627-E3B16F0C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189" y="1209184"/>
            <a:ext cx="3089189" cy="473441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 eaLnBrk="1" hangingPunct="1"/>
            <a:r>
              <a:rPr lang="en-US" dirty="0" smtClean="0"/>
              <a:t>CONTOH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FORM HANDLING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02074ED4-9DB5-4D14-BDCF-BD7D0C145176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xmlns="" id="{C48FF616-1F75-49FC-861B-7B794054AA6B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9184B385-16B6-44A9-9A47-1C765B37632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6509" y="1168843"/>
            <a:ext cx="5047142" cy="155398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506509" y="799511"/>
            <a:ext cx="57654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/>
              <a:t>Formulir</a:t>
            </a:r>
            <a:r>
              <a:rPr lang="en-US" dirty="0"/>
              <a:t> yang </a:t>
            </a:r>
            <a:r>
              <a:rPr lang="en-US" dirty="0" err="1"/>
              <a:t>mengirimkan</a:t>
            </a:r>
            <a:r>
              <a:rPr lang="en-US" dirty="0"/>
              <a:t> data yang </a:t>
            </a:r>
            <a:r>
              <a:rPr lang="en-US" dirty="0" err="1"/>
              <a:t>diinput</a:t>
            </a:r>
            <a:r>
              <a:rPr lang="en-US" dirty="0"/>
              <a:t> </a:t>
            </a:r>
            <a:r>
              <a:rPr lang="en-US" dirty="0" err="1"/>
              <a:t>oleh</a:t>
            </a:r>
            <a:r>
              <a:rPr lang="en-US" dirty="0"/>
              <a:t> </a:t>
            </a:r>
            <a:r>
              <a:rPr lang="en-US" dirty="0" err="1"/>
              <a:t>pengguna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506509" y="2970145"/>
            <a:ext cx="431182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n-NO" dirty="0"/>
              <a:t>File PHP yang memproses / menerima data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509" y="3333238"/>
            <a:ext cx="5102356" cy="2072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463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77C094-90B1-4056-8AE2-347C6C6D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cap="none" dirty="0" smtClean="0">
                <a:latin typeface="+mn-lt"/>
              </a:rPr>
              <a:t>FORM VALIDATION</a:t>
            </a:r>
            <a:endParaRPr lang="en-US" cap="none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EB3E0A-6EBA-214F-B51C-FA1033D0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06" y="2180496"/>
            <a:ext cx="11029615" cy="4220304"/>
          </a:xfrm>
        </p:spPr>
        <p:txBody>
          <a:bodyPr anchor="t"/>
          <a:lstStyle/>
          <a:p>
            <a:r>
              <a:rPr lang="en-US" sz="2400" dirty="0" err="1"/>
              <a:t>Nilai</a:t>
            </a:r>
            <a:r>
              <a:rPr lang="en-US" sz="2400" dirty="0"/>
              <a:t> yang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diinput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</a:t>
            </a:r>
            <a:r>
              <a:rPr lang="en-US" sz="2400" dirty="0" err="1"/>
              <a:t>pengguna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pengunjung</a:t>
            </a:r>
            <a:r>
              <a:rPr lang="en-US" sz="2400" dirty="0"/>
              <a:t> web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langsung</a:t>
            </a:r>
            <a:r>
              <a:rPr lang="en-US" sz="2400" dirty="0"/>
              <a:t> </a:t>
            </a:r>
            <a:r>
              <a:rPr lang="en-US" sz="2400" dirty="0" err="1"/>
              <a:t>disimpan</a:t>
            </a:r>
            <a:r>
              <a:rPr lang="en-US" sz="2400" dirty="0"/>
              <a:t> </a:t>
            </a:r>
            <a:r>
              <a:rPr lang="en-US" sz="2400" dirty="0" err="1"/>
              <a:t>ke</a:t>
            </a:r>
            <a:r>
              <a:rPr lang="en-US" sz="2400" dirty="0"/>
              <a:t> database </a:t>
            </a:r>
            <a:r>
              <a:rPr lang="en-US" sz="2400" dirty="0" err="1"/>
              <a:t>karena</a:t>
            </a:r>
            <a:r>
              <a:rPr lang="en-US" sz="2400" dirty="0"/>
              <a:t>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tahu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nilainya</a:t>
            </a:r>
            <a:r>
              <a:rPr lang="en-US" sz="2400" dirty="0"/>
              <a:t> </a:t>
            </a:r>
            <a:r>
              <a:rPr lang="en-US" sz="2400" dirty="0" err="1"/>
              <a:t>sesuai</a:t>
            </a:r>
            <a:r>
              <a:rPr lang="en-US" sz="2400" dirty="0"/>
              <a:t> </a:t>
            </a:r>
            <a:r>
              <a:rPr lang="en-US" sz="2400" dirty="0" err="1"/>
              <a:t>dengan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yang </a:t>
            </a:r>
            <a:r>
              <a:rPr lang="en-US" sz="2400" dirty="0" err="1"/>
              <a:t>kita</a:t>
            </a:r>
            <a:r>
              <a:rPr lang="en-US" sz="2400" dirty="0"/>
              <a:t> </a:t>
            </a:r>
            <a:r>
              <a:rPr lang="en-US" sz="2400" dirty="0" err="1"/>
              <a:t>inginkan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Misalnya</a:t>
            </a:r>
            <a:r>
              <a:rPr lang="en-US" sz="2400" dirty="0"/>
              <a:t>,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nilainya</a:t>
            </a:r>
            <a:r>
              <a:rPr lang="en-US" sz="2400" dirty="0"/>
              <a:t>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 err="1"/>
              <a:t>angka</a:t>
            </a:r>
            <a:r>
              <a:rPr lang="en-US" sz="2400" dirty="0"/>
              <a:t>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berupa</a:t>
            </a:r>
            <a:r>
              <a:rPr lang="en-US" sz="2400" dirty="0"/>
              <a:t> </a:t>
            </a:r>
            <a:r>
              <a:rPr lang="en-US" sz="2400" dirty="0" err="1"/>
              <a:t>huruf</a:t>
            </a:r>
            <a:r>
              <a:rPr lang="en-US" sz="2400" dirty="0"/>
              <a:t>,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hanya</a:t>
            </a:r>
            <a:r>
              <a:rPr lang="en-US" sz="2400" dirty="0"/>
              <a:t> </a:t>
            </a:r>
            <a:r>
              <a:rPr lang="en-US" sz="2400" dirty="0" err="1"/>
              <a:t>dapat</a:t>
            </a:r>
            <a:r>
              <a:rPr lang="en-US" sz="2400" dirty="0"/>
              <a:t> </a:t>
            </a:r>
            <a:r>
              <a:rPr lang="en-US" sz="2400" dirty="0" err="1"/>
              <a:t>dimasukkan</a:t>
            </a:r>
            <a:r>
              <a:rPr lang="en-US" sz="2400" dirty="0"/>
              <a:t> </a:t>
            </a:r>
            <a:r>
              <a:rPr lang="en-US" sz="2400" dirty="0" err="1"/>
              <a:t>dalam</a:t>
            </a:r>
            <a:r>
              <a:rPr lang="en-US" sz="2400" dirty="0"/>
              <a:t> </a:t>
            </a:r>
            <a:r>
              <a:rPr lang="en-US" sz="2400" dirty="0" err="1"/>
              <a:t>rentang</a:t>
            </a:r>
            <a:r>
              <a:rPr lang="en-US" sz="2400" dirty="0"/>
              <a:t> </a:t>
            </a:r>
            <a:r>
              <a:rPr lang="en-US" sz="2400" dirty="0" err="1"/>
              <a:t>tertentu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Validasi</a:t>
            </a:r>
            <a:r>
              <a:rPr lang="en-US" sz="2400" dirty="0"/>
              <a:t> </a:t>
            </a:r>
            <a:r>
              <a:rPr lang="en-US" sz="2400" dirty="0" err="1"/>
              <a:t>pertama</a:t>
            </a:r>
            <a:r>
              <a:rPr lang="en-US" sz="2400" dirty="0"/>
              <a:t> yang </a:t>
            </a:r>
            <a:r>
              <a:rPr lang="en-US" sz="2400" dirty="0" err="1"/>
              <a:t>bisa</a:t>
            </a:r>
            <a:r>
              <a:rPr lang="en-US" sz="2400" dirty="0"/>
              <a:t> </a:t>
            </a:r>
            <a:r>
              <a:rPr lang="en-US" sz="2400" dirty="0" err="1"/>
              <a:t>dilakukan</a:t>
            </a:r>
            <a:r>
              <a:rPr lang="en-US" sz="2400" dirty="0"/>
              <a:t> </a:t>
            </a:r>
            <a:r>
              <a:rPr lang="en-US" sz="2400" dirty="0" err="1"/>
              <a:t>adalah</a:t>
            </a:r>
            <a:r>
              <a:rPr lang="en-US" sz="2400" dirty="0"/>
              <a:t> </a:t>
            </a:r>
            <a:r>
              <a:rPr lang="en-US" sz="2400" dirty="0" err="1"/>
              <a:t>mengecek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form </a:t>
            </a:r>
            <a:r>
              <a:rPr lang="en-US" sz="2400" dirty="0" err="1"/>
              <a:t>tersedia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tidak</a:t>
            </a:r>
            <a:r>
              <a:rPr lang="en-US" sz="2400" dirty="0"/>
              <a:t> </a:t>
            </a:r>
            <a:r>
              <a:rPr lang="en-US" sz="2400" dirty="0" err="1"/>
              <a:t>menggunakan</a:t>
            </a:r>
            <a:r>
              <a:rPr lang="en-US" sz="2400" dirty="0"/>
              <a:t> </a:t>
            </a:r>
            <a:r>
              <a:rPr lang="en-US" sz="2400" b="1" dirty="0" err="1" smtClean="0"/>
              <a:t>isset</a:t>
            </a:r>
            <a:r>
              <a:rPr lang="en-US" sz="2400" b="1" dirty="0" smtClean="0"/>
              <a:t>()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err="1" smtClean="0"/>
              <a:t>isset</a:t>
            </a:r>
            <a:r>
              <a:rPr lang="en-US" sz="2400" dirty="0" smtClean="0"/>
              <a:t>()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memvalidasi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formulir</a:t>
            </a:r>
            <a:r>
              <a:rPr lang="en-US" sz="2400" dirty="0"/>
              <a:t> </a:t>
            </a:r>
            <a:r>
              <a:rPr lang="en-US" sz="2400" dirty="0" err="1"/>
              <a:t>ditentukan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ditetapkan</a:t>
            </a:r>
            <a:r>
              <a:rPr lang="en-US" sz="2400" dirty="0"/>
              <a:t> </a:t>
            </a:r>
            <a:r>
              <a:rPr lang="en-US" sz="2400" dirty="0" err="1"/>
              <a:t>sebelumnya</a:t>
            </a:r>
            <a:r>
              <a:rPr lang="en-US" sz="2400" dirty="0"/>
              <a:t>. Function </a:t>
            </a:r>
            <a:r>
              <a:rPr lang="en-US" sz="2400" b="1" dirty="0" err="1" smtClean="0"/>
              <a:t>isset</a:t>
            </a:r>
            <a:r>
              <a:rPr lang="en-US" sz="2400" b="1" dirty="0" smtClean="0"/>
              <a:t>()</a:t>
            </a:r>
            <a:r>
              <a:rPr lang="en-US" sz="2400" dirty="0" smtClean="0"/>
              <a:t> </a:t>
            </a:r>
            <a:r>
              <a:rPr lang="en-US" sz="2400" dirty="0" err="1"/>
              <a:t>memiliki</a:t>
            </a:r>
            <a:r>
              <a:rPr lang="en-US" sz="2400" dirty="0"/>
              <a:t> </a:t>
            </a:r>
            <a:r>
              <a:rPr lang="en-US" sz="2400" dirty="0" err="1"/>
              <a:t>nilai</a:t>
            </a:r>
            <a:r>
              <a:rPr lang="en-US" sz="2400" dirty="0"/>
              <a:t> “true”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ditentukan</a:t>
            </a:r>
            <a:r>
              <a:rPr lang="en-US" sz="2400" dirty="0"/>
              <a:t> </a:t>
            </a:r>
            <a:r>
              <a:rPr lang="en-US" sz="2400" dirty="0" err="1"/>
              <a:t>dan</a:t>
            </a:r>
            <a:r>
              <a:rPr lang="en-US" sz="2400" dirty="0"/>
              <a:t> “false”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tersebut</a:t>
            </a:r>
            <a:r>
              <a:rPr lang="en-US" sz="2400" dirty="0"/>
              <a:t> </a:t>
            </a:r>
            <a:r>
              <a:rPr lang="en-US" sz="2400" dirty="0" err="1"/>
              <a:t>belum</a:t>
            </a:r>
            <a:r>
              <a:rPr lang="en-US" sz="2400" dirty="0"/>
              <a:t> </a:t>
            </a:r>
            <a:r>
              <a:rPr lang="en-US" sz="2400" dirty="0" err="1"/>
              <a:t>dibuat</a:t>
            </a:r>
            <a:r>
              <a:rPr lang="en-US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8922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77C094-90B1-4056-8AE2-347C6C6D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cap="none" dirty="0" smtClean="0">
                <a:latin typeface="+mn-lt"/>
              </a:rPr>
              <a:t>FORM REQUIRED</a:t>
            </a:r>
            <a:endParaRPr lang="en-US" cap="none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EB3E0A-6EBA-214F-B51C-FA1033D0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06" y="2180496"/>
            <a:ext cx="11029615" cy="3678303"/>
          </a:xfrm>
        </p:spPr>
        <p:txBody>
          <a:bodyPr anchor="t"/>
          <a:lstStyle/>
          <a:p>
            <a:r>
              <a:rPr lang="en-US" sz="2400" dirty="0" err="1"/>
              <a:t>Pada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pengisian</a:t>
            </a:r>
            <a:r>
              <a:rPr lang="en-US" sz="2400" dirty="0"/>
              <a:t> form </a:t>
            </a:r>
            <a:r>
              <a:rPr lang="en-US" sz="2400" dirty="0" err="1"/>
              <a:t>terdapat</a:t>
            </a:r>
            <a:r>
              <a:rPr lang="en-US" sz="2400" dirty="0"/>
              <a:t> </a:t>
            </a:r>
            <a:r>
              <a:rPr lang="en-US" sz="2400" dirty="0" err="1"/>
              <a:t>beberapa</a:t>
            </a:r>
            <a:r>
              <a:rPr lang="en-US" sz="2400" dirty="0"/>
              <a:t> </a:t>
            </a:r>
            <a:r>
              <a:rPr lang="en-US" sz="2400" dirty="0" err="1"/>
              <a:t>informasi</a:t>
            </a:r>
            <a:r>
              <a:rPr lang="en-US" sz="2400" dirty="0"/>
              <a:t> yang </a:t>
            </a:r>
            <a:r>
              <a:rPr lang="en-US" sz="2400" dirty="0" err="1"/>
              <a:t>harus</a:t>
            </a:r>
            <a:r>
              <a:rPr lang="en-US" sz="2400" dirty="0"/>
              <a:t> </a:t>
            </a:r>
            <a:r>
              <a:rPr lang="en-US" sz="2400" dirty="0" err="1"/>
              <a:t>dimiliki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wajib</a:t>
            </a:r>
            <a:r>
              <a:rPr lang="en-US" sz="2400" dirty="0"/>
              <a:t> </a:t>
            </a:r>
            <a:r>
              <a:rPr lang="en-US" sz="2400" dirty="0" err="1"/>
              <a:t>diisi</a:t>
            </a:r>
            <a:r>
              <a:rPr lang="en-US" sz="2400" dirty="0"/>
              <a:t> </a:t>
            </a:r>
            <a:r>
              <a:rPr lang="en-US" sz="2400" dirty="0" err="1"/>
              <a:t>oleh</a:t>
            </a:r>
            <a:r>
              <a:rPr lang="en-US" sz="2400" dirty="0"/>
              <a:t> user, </a:t>
            </a:r>
            <a:r>
              <a:rPr lang="en-US" sz="2400" dirty="0" err="1"/>
              <a:t>diperlukan</a:t>
            </a:r>
            <a:r>
              <a:rPr lang="en-US" sz="2400" dirty="0"/>
              <a:t> proses </a:t>
            </a:r>
            <a:r>
              <a:rPr lang="en-US" sz="2400" dirty="0" err="1"/>
              <a:t>validasi</a:t>
            </a:r>
            <a:r>
              <a:rPr lang="en-US" sz="2400" dirty="0"/>
              <a:t>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mengecek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form </a:t>
            </a:r>
            <a:r>
              <a:rPr lang="en-US" sz="2400" dirty="0" err="1"/>
              <a:t>sudah</a:t>
            </a:r>
            <a:r>
              <a:rPr lang="en-US" sz="2400" dirty="0"/>
              <a:t> </a:t>
            </a:r>
            <a:r>
              <a:rPr lang="en-US" sz="2400" dirty="0" err="1"/>
              <a:t>terisi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belum</a:t>
            </a:r>
            <a:r>
              <a:rPr lang="en-US" sz="2400" dirty="0"/>
              <a:t>.</a:t>
            </a:r>
          </a:p>
          <a:p>
            <a:r>
              <a:rPr lang="en-US" sz="2400" dirty="0" err="1"/>
              <a:t>Dalam</a:t>
            </a:r>
            <a:r>
              <a:rPr lang="en-US" sz="2400" dirty="0"/>
              <a:t> PHP </a:t>
            </a:r>
            <a:r>
              <a:rPr lang="en-US" sz="2400" dirty="0" err="1"/>
              <a:t>untuk</a:t>
            </a:r>
            <a:r>
              <a:rPr lang="en-US" sz="2400" dirty="0"/>
              <a:t> </a:t>
            </a:r>
            <a:r>
              <a:rPr lang="en-US" sz="2400" dirty="0" err="1"/>
              <a:t>memvalidasi</a:t>
            </a:r>
            <a:r>
              <a:rPr lang="en-US" sz="2400" dirty="0"/>
              <a:t> </a:t>
            </a:r>
            <a:r>
              <a:rPr lang="en-US" sz="2400" dirty="0" err="1"/>
              <a:t>apakah</a:t>
            </a:r>
            <a:r>
              <a:rPr lang="en-US" sz="2400" dirty="0"/>
              <a:t> </a:t>
            </a:r>
            <a:r>
              <a:rPr lang="en-US" sz="2400" dirty="0" err="1"/>
              <a:t>elemen</a:t>
            </a:r>
            <a:r>
              <a:rPr lang="en-US" sz="2400" dirty="0"/>
              <a:t> </a:t>
            </a:r>
            <a:r>
              <a:rPr lang="en-US" sz="2400" dirty="0" err="1"/>
              <a:t>formulir</a:t>
            </a:r>
            <a:r>
              <a:rPr lang="en-US" sz="2400" dirty="0"/>
              <a:t>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diisi</a:t>
            </a:r>
            <a:r>
              <a:rPr lang="en-US" sz="2400" dirty="0"/>
              <a:t> </a:t>
            </a:r>
            <a:r>
              <a:rPr lang="en-US" sz="2400" dirty="0" err="1"/>
              <a:t>atau</a:t>
            </a:r>
            <a:r>
              <a:rPr lang="en-US" sz="2400" dirty="0"/>
              <a:t> </a:t>
            </a:r>
            <a:r>
              <a:rPr lang="en-US" sz="2400" dirty="0" err="1"/>
              <a:t>belum</a:t>
            </a:r>
            <a:r>
              <a:rPr lang="en-US" sz="2400" dirty="0"/>
              <a:t>, </a:t>
            </a:r>
            <a:r>
              <a:rPr lang="en-US" sz="2400" dirty="0" err="1"/>
              <a:t>digunakan</a:t>
            </a:r>
            <a:r>
              <a:rPr lang="en-US" sz="2400" dirty="0"/>
              <a:t> </a:t>
            </a:r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b="1" dirty="0" smtClean="0"/>
              <a:t>empty()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 err="1"/>
              <a:t>Fungsi</a:t>
            </a:r>
            <a:r>
              <a:rPr lang="en-US" sz="2400" dirty="0"/>
              <a:t> </a:t>
            </a:r>
            <a:r>
              <a:rPr lang="en-US" sz="2400" b="1" dirty="0" smtClean="0"/>
              <a:t>empty()</a:t>
            </a:r>
            <a:r>
              <a:rPr lang="en-US" sz="2400" dirty="0" smtClean="0"/>
              <a:t> </a:t>
            </a:r>
            <a:r>
              <a:rPr lang="en-US" sz="2400" dirty="0" err="1"/>
              <a:t>akan</a:t>
            </a:r>
            <a:r>
              <a:rPr lang="en-US" sz="2400" dirty="0"/>
              <a:t> </a:t>
            </a:r>
            <a:r>
              <a:rPr lang="en-US" sz="2400" dirty="0" err="1"/>
              <a:t>bernilai</a:t>
            </a:r>
            <a:r>
              <a:rPr lang="en-US" sz="2400" dirty="0"/>
              <a:t> “true”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belum</a:t>
            </a:r>
            <a:r>
              <a:rPr lang="en-US" sz="2400" dirty="0"/>
              <a:t> </a:t>
            </a:r>
            <a:r>
              <a:rPr lang="en-US" sz="2400" dirty="0" err="1"/>
              <a:t>terisi</a:t>
            </a:r>
            <a:r>
              <a:rPr lang="en-US" sz="2400" dirty="0"/>
              <a:t>, </a:t>
            </a:r>
            <a:r>
              <a:rPr lang="en-US" sz="2400" dirty="0" err="1"/>
              <a:t>dan</a:t>
            </a:r>
            <a:r>
              <a:rPr lang="en-US" sz="2400" dirty="0"/>
              <a:t> “false” </a:t>
            </a:r>
            <a:r>
              <a:rPr lang="en-US" sz="2400" dirty="0" err="1"/>
              <a:t>jika</a:t>
            </a:r>
            <a:r>
              <a:rPr lang="en-US" sz="2400" dirty="0"/>
              <a:t> </a:t>
            </a:r>
            <a:r>
              <a:rPr lang="en-US" sz="2400" dirty="0" err="1"/>
              <a:t>variabel</a:t>
            </a:r>
            <a:r>
              <a:rPr lang="en-US" sz="2400" dirty="0"/>
              <a:t> </a:t>
            </a:r>
            <a:r>
              <a:rPr lang="en-US" sz="2400" dirty="0" err="1"/>
              <a:t>telah</a:t>
            </a:r>
            <a:r>
              <a:rPr lang="en-US" sz="2400" dirty="0"/>
              <a:t> </a:t>
            </a:r>
            <a:r>
              <a:rPr lang="en-US" sz="2400" dirty="0" err="1"/>
              <a:t>terisi</a:t>
            </a:r>
            <a:r>
              <a:rPr lang="en-US" sz="2400" dirty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85892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xmlns="" id="{7A1EB241-0852-428A-8A50-67737CA938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7A23EDC2-E1E5-4C5D-9C74-714516AF52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B2781548-0E4F-4401-A909-82EDF50DBE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33030110-5A0B-4476-9070-A890E1987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xmlns="" id="{F282AF3E-C03D-41B7-91EB-BFF50ED47D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A883A8-0B46-464E-8D83-7AD4C35F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6073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rtl="0" eaLnBrk="1" hangingPunct="1"/>
            <a:r>
              <a:rPr lang="en-US" sz="3600" dirty="0" smtClean="0">
                <a:solidFill>
                  <a:schemeClr val="accent1"/>
                </a:solidFill>
              </a:rPr>
              <a:t>CONTOH</a:t>
            </a:r>
            <a:endParaRPr lang="en-US" sz="3600" dirty="0">
              <a:solidFill>
                <a:schemeClr val="accent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809" y="1444551"/>
            <a:ext cx="5714222" cy="32824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8194" y="5035926"/>
            <a:ext cx="8363858" cy="15263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1066767" y="1356616"/>
            <a:ext cx="12314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</a:rPr>
              <a:t>ISSET()</a:t>
            </a:r>
            <a:endParaRPr lang="en-US" sz="2800" dirty="0"/>
          </a:p>
        </p:txBody>
      </p:sp>
      <p:sp>
        <p:nvSpPr>
          <p:cNvPr id="11" name="Rectangle 10"/>
          <p:cNvSpPr/>
          <p:nvPr/>
        </p:nvSpPr>
        <p:spPr>
          <a:xfrm>
            <a:off x="807080" y="4927775"/>
            <a:ext cx="14911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chemeClr val="accent1"/>
                </a:solidFill>
              </a:rPr>
              <a:t>EMPTY()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16890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FB77C094-90B1-4056-8AE2-347C6C6D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/>
            <a:r>
              <a:rPr lang="en-US" cap="none" dirty="0" err="1" smtClean="0">
                <a:latin typeface="+mn-lt"/>
              </a:rPr>
              <a:t>Memvalidasi</a:t>
            </a:r>
            <a:r>
              <a:rPr lang="en-US" cap="none" dirty="0" smtClean="0">
                <a:latin typeface="+mn-lt"/>
              </a:rPr>
              <a:t> URL </a:t>
            </a:r>
            <a:r>
              <a:rPr lang="en-US" cap="none" dirty="0" smtClean="0">
                <a:latin typeface="+mn-lt"/>
              </a:rPr>
              <a:t>/ e-mail</a:t>
            </a:r>
            <a:endParaRPr lang="en-US" cap="none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EB3E0A-6EBA-214F-B51C-FA1033D041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906" y="1992238"/>
            <a:ext cx="11029615" cy="3678303"/>
          </a:xfrm>
        </p:spPr>
        <p:txBody>
          <a:bodyPr anchor="t"/>
          <a:lstStyle/>
          <a:p>
            <a:r>
              <a:rPr lang="en-US" sz="2400" dirty="0" smtClean="0"/>
              <a:t>URL </a:t>
            </a:r>
            <a:r>
              <a:rPr lang="en-US" sz="2400" dirty="0" err="1" smtClean="0"/>
              <a:t>dan</a:t>
            </a:r>
            <a:r>
              <a:rPr lang="en-US" sz="2400" dirty="0" smtClean="0"/>
              <a:t> e-mail </a:t>
            </a:r>
            <a:r>
              <a:rPr lang="en-US" sz="2400" dirty="0" err="1" smtClean="0"/>
              <a:t>memiliki</a:t>
            </a:r>
            <a:r>
              <a:rPr lang="en-US" sz="2400" dirty="0" smtClean="0"/>
              <a:t> </a:t>
            </a:r>
            <a:r>
              <a:rPr lang="en-US" sz="2400" dirty="0" smtClean="0"/>
              <a:t>format / </a:t>
            </a:r>
            <a:r>
              <a:rPr lang="en-US" sz="2400" dirty="0" err="1" smtClean="0"/>
              <a:t>pola</a:t>
            </a:r>
            <a:r>
              <a:rPr lang="en-US" sz="2400" dirty="0" smtClean="0"/>
              <a:t> </a:t>
            </a:r>
            <a:r>
              <a:rPr lang="en-US" sz="2400" dirty="0" err="1" smtClean="0"/>
              <a:t>tertentu</a:t>
            </a:r>
            <a:r>
              <a:rPr lang="en-US" sz="2400" dirty="0" smtClean="0"/>
              <a:t>:</a:t>
            </a:r>
            <a:endParaRPr lang="en-US" sz="2400" dirty="0" smtClean="0"/>
          </a:p>
          <a:p>
            <a:pPr lvl="1"/>
            <a:r>
              <a:rPr lang="en-US" sz="2200" dirty="0" smtClean="0"/>
              <a:t>www.domainname.com</a:t>
            </a:r>
          </a:p>
          <a:p>
            <a:pPr lvl="1"/>
            <a:r>
              <a:rPr lang="en-US" sz="2200" dirty="0" smtClean="0"/>
              <a:t>emailadress@mail.com</a:t>
            </a:r>
            <a:endParaRPr lang="en-US" sz="2200" dirty="0" smtClean="0">
              <a:hlinkClick r:id="rId3"/>
            </a:endParaRPr>
          </a:p>
          <a:p>
            <a:r>
              <a:rPr lang="en-US" sz="2400" dirty="0" smtClean="0"/>
              <a:t>Di </a:t>
            </a:r>
            <a:r>
              <a:rPr lang="en-US" sz="2400" dirty="0"/>
              <a:t>PHP, </a:t>
            </a:r>
            <a:r>
              <a:rPr lang="en-US" sz="2400" dirty="0" err="1" smtClean="0"/>
              <a:t>terdapat</a:t>
            </a:r>
            <a:r>
              <a:rPr lang="en-US" sz="2400" dirty="0" smtClean="0"/>
              <a:t> </a:t>
            </a:r>
            <a:r>
              <a:rPr lang="en-US" sz="2400" dirty="0" err="1" smtClean="0"/>
              <a:t>fungsi</a:t>
            </a:r>
            <a:r>
              <a:rPr lang="en-US" sz="2400" dirty="0" smtClean="0"/>
              <a:t> yang </a:t>
            </a:r>
            <a:r>
              <a:rPr lang="en-US" sz="2400" dirty="0" err="1" smtClean="0"/>
              <a:t>dapat</a:t>
            </a:r>
            <a:r>
              <a:rPr lang="en-US" sz="2400" dirty="0" smtClean="0"/>
              <a:t> </a:t>
            </a:r>
            <a:r>
              <a:rPr lang="en-US" sz="2400" dirty="0" err="1" smtClean="0"/>
              <a:t>digunakan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manipulasi</a:t>
            </a:r>
            <a:r>
              <a:rPr lang="en-US" sz="2400" dirty="0" smtClean="0"/>
              <a:t> </a:t>
            </a:r>
            <a:r>
              <a:rPr lang="en-US" sz="2400" i="1" dirty="0" smtClean="0"/>
              <a:t>regular expression </a:t>
            </a:r>
            <a:r>
              <a:rPr lang="en-US" sz="2400" dirty="0" smtClean="0"/>
              <a:t>(regex), </a:t>
            </a:r>
            <a:r>
              <a:rPr lang="en-US" sz="2400" dirty="0" err="1" smtClean="0"/>
              <a:t>bernama</a:t>
            </a:r>
            <a:r>
              <a:rPr lang="en-US" sz="2400" dirty="0" smtClean="0"/>
              <a:t> </a:t>
            </a:r>
            <a:r>
              <a:rPr lang="en-US" sz="2400" dirty="0" err="1" smtClean="0"/>
              <a:t>fungsi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preg_match</a:t>
            </a:r>
            <a:r>
              <a:rPr lang="en-US" sz="2400" b="1" dirty="0" smtClean="0"/>
              <a:t>()</a:t>
            </a:r>
            <a:r>
              <a:rPr lang="en-US" sz="2400" dirty="0" smtClean="0"/>
              <a:t>. </a:t>
            </a:r>
          </a:p>
          <a:p>
            <a:r>
              <a:rPr lang="en-US" sz="2400" b="1" dirty="0" err="1" smtClean="0"/>
              <a:t>preg_match</a:t>
            </a:r>
            <a:r>
              <a:rPr lang="en-US" sz="2400" b="1" dirty="0" smtClean="0"/>
              <a:t>() </a:t>
            </a:r>
            <a:r>
              <a:rPr lang="en-US" sz="2400" dirty="0" err="1" smtClean="0"/>
              <a:t>digunakan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mencocokkan</a:t>
            </a:r>
            <a:r>
              <a:rPr lang="en-US" sz="2400" dirty="0" smtClean="0"/>
              <a:t> </a:t>
            </a:r>
            <a:r>
              <a:rPr lang="en-US" sz="2400" dirty="0" err="1" smtClean="0"/>
              <a:t>pola</a:t>
            </a:r>
            <a:r>
              <a:rPr lang="en-US" sz="2400" dirty="0" smtClean="0"/>
              <a:t> </a:t>
            </a:r>
            <a:r>
              <a:rPr lang="en-US" sz="2400" dirty="0" err="1" smtClean="0"/>
              <a:t>dengan</a:t>
            </a:r>
            <a:r>
              <a:rPr lang="en-US" sz="2400" dirty="0" smtClean="0"/>
              <a:t> data string.</a:t>
            </a:r>
            <a:endParaRPr lang="en-US" sz="2400" dirty="0" smtClean="0"/>
          </a:p>
          <a:p>
            <a:r>
              <a:rPr lang="en-US" sz="2400" dirty="0" err="1" smtClean="0"/>
              <a:t>Fungsi</a:t>
            </a:r>
            <a:r>
              <a:rPr lang="en-US" sz="2400" dirty="0" smtClean="0"/>
              <a:t> </a:t>
            </a:r>
            <a:r>
              <a:rPr lang="en-US" sz="2400" b="1" dirty="0" err="1" smtClean="0"/>
              <a:t>preg_match</a:t>
            </a:r>
            <a:r>
              <a:rPr lang="en-US" sz="2400" b="1" dirty="0" smtClean="0"/>
              <a:t>()</a:t>
            </a:r>
            <a:r>
              <a:rPr lang="en-US" sz="2400" dirty="0" smtClean="0"/>
              <a:t> </a:t>
            </a:r>
            <a:r>
              <a:rPr lang="en-US" sz="2400" dirty="0" err="1" smtClean="0"/>
              <a:t>akan</a:t>
            </a:r>
            <a:r>
              <a:rPr lang="en-US" sz="2400" dirty="0" smtClean="0"/>
              <a:t> </a:t>
            </a:r>
            <a:r>
              <a:rPr lang="en-US" sz="2400" dirty="0" err="1" smtClean="0"/>
              <a:t>mengembalikan</a:t>
            </a:r>
            <a:r>
              <a:rPr lang="en-US" sz="2400" dirty="0" smtClean="0"/>
              <a:t> </a:t>
            </a:r>
            <a:r>
              <a:rPr lang="en-US" sz="2400" dirty="0" err="1" smtClean="0"/>
              <a:t>nilai</a:t>
            </a:r>
            <a:r>
              <a:rPr lang="en-US" sz="2400" dirty="0" smtClean="0"/>
              <a:t> TRUE </a:t>
            </a:r>
            <a:r>
              <a:rPr lang="en-US" sz="2400" dirty="0" err="1" smtClean="0"/>
              <a:t>jika</a:t>
            </a:r>
            <a:r>
              <a:rPr lang="en-US" sz="2400" dirty="0" smtClean="0"/>
              <a:t> </a:t>
            </a:r>
            <a:r>
              <a:rPr lang="en-US" sz="2400" dirty="0" err="1" smtClean="0"/>
              <a:t>polanya</a:t>
            </a:r>
            <a:r>
              <a:rPr lang="en-US" sz="2400" dirty="0" smtClean="0"/>
              <a:t> </a:t>
            </a:r>
            <a:r>
              <a:rPr lang="en-US" sz="2400" dirty="0" err="1" smtClean="0"/>
              <a:t>sesuai</a:t>
            </a:r>
            <a:r>
              <a:rPr lang="en-US" sz="2400" dirty="0" smtClean="0"/>
              <a:t> </a:t>
            </a:r>
            <a:r>
              <a:rPr lang="en-US" sz="2400" dirty="0" err="1" smtClean="0"/>
              <a:t>dan</a:t>
            </a:r>
            <a:r>
              <a:rPr lang="en-US" sz="2400" dirty="0" smtClean="0"/>
              <a:t> </a:t>
            </a:r>
            <a:r>
              <a:rPr lang="en-US" sz="2400" dirty="0" err="1" smtClean="0"/>
              <a:t>mengembalikan</a:t>
            </a:r>
            <a:r>
              <a:rPr lang="en-US" sz="2400" dirty="0" smtClean="0"/>
              <a:t> </a:t>
            </a:r>
            <a:r>
              <a:rPr lang="en-US" sz="2400" dirty="0" err="1" smtClean="0"/>
              <a:t>nilai</a:t>
            </a:r>
            <a:r>
              <a:rPr lang="en-US" sz="2400" dirty="0" smtClean="0"/>
              <a:t> FALSE </a:t>
            </a:r>
            <a:r>
              <a:rPr lang="en-US" sz="2400" dirty="0" err="1" smtClean="0"/>
              <a:t>jika</a:t>
            </a:r>
            <a:r>
              <a:rPr lang="en-US" sz="2400" dirty="0" smtClean="0"/>
              <a:t> </a:t>
            </a:r>
            <a:r>
              <a:rPr lang="en-US" sz="2400" dirty="0" err="1" smtClean="0"/>
              <a:t>polanya</a:t>
            </a:r>
            <a:r>
              <a:rPr lang="en-US" sz="2400" dirty="0" smtClean="0"/>
              <a:t> </a:t>
            </a:r>
            <a:r>
              <a:rPr lang="en-US" sz="2400" dirty="0" err="1" smtClean="0"/>
              <a:t>tidak</a:t>
            </a:r>
            <a:r>
              <a:rPr lang="en-US" sz="2400" dirty="0" smtClean="0"/>
              <a:t> </a:t>
            </a:r>
            <a:r>
              <a:rPr lang="en-US" sz="2400" dirty="0" err="1" smtClean="0"/>
              <a:t>sesuai</a:t>
            </a:r>
            <a:r>
              <a:rPr lang="en-US" sz="2400" dirty="0" smtClean="0"/>
              <a:t>. </a:t>
            </a:r>
            <a:endParaRPr lang="en-US" sz="2400" dirty="0" smtClean="0"/>
          </a:p>
          <a:p>
            <a:r>
              <a:rPr lang="en-US" sz="2400" dirty="0" smtClean="0"/>
              <a:t>PHP </a:t>
            </a:r>
            <a:r>
              <a:rPr lang="en-US" sz="2400" dirty="0" err="1" smtClean="0"/>
              <a:t>memiliki</a:t>
            </a:r>
            <a:r>
              <a:rPr lang="en-US" sz="2400" dirty="0" smtClean="0"/>
              <a:t> </a:t>
            </a:r>
            <a:r>
              <a:rPr lang="en-US" sz="2400" dirty="0" err="1" smtClean="0"/>
              <a:t>fungsi</a:t>
            </a:r>
            <a:r>
              <a:rPr lang="en-US" sz="2400" dirty="0" smtClean="0"/>
              <a:t> built-in </a:t>
            </a:r>
            <a:r>
              <a:rPr lang="en-US" sz="2400" dirty="0" err="1" smtClean="0"/>
              <a:t>digunakan</a:t>
            </a:r>
            <a:r>
              <a:rPr lang="en-US" sz="2400" dirty="0" smtClean="0"/>
              <a:t> </a:t>
            </a:r>
            <a:r>
              <a:rPr lang="en-US" sz="2400" dirty="0" err="1" smtClean="0"/>
              <a:t>untuk</a:t>
            </a:r>
            <a:r>
              <a:rPr lang="en-US" sz="2400" dirty="0" smtClean="0"/>
              <a:t> </a:t>
            </a:r>
            <a:r>
              <a:rPr lang="en-US" sz="2400" dirty="0" err="1" smtClean="0"/>
              <a:t>validasi</a:t>
            </a:r>
            <a:r>
              <a:rPr lang="en-US" sz="2400" dirty="0" smtClean="0"/>
              <a:t> </a:t>
            </a:r>
            <a:r>
              <a:rPr lang="en-US" sz="2400" dirty="0" err="1" smtClean="0"/>
              <a:t>alamat</a:t>
            </a:r>
            <a:r>
              <a:rPr lang="en-US" sz="2400" dirty="0" smtClean="0"/>
              <a:t> email, </a:t>
            </a:r>
            <a:r>
              <a:rPr lang="en-US" sz="2400" dirty="0" err="1" smtClean="0"/>
              <a:t>yaitu</a:t>
            </a:r>
            <a:r>
              <a:rPr lang="en-US" sz="2400" dirty="0" smtClean="0"/>
              <a:t> </a:t>
            </a:r>
            <a:r>
              <a:rPr lang="en-US" sz="2400" b="1" dirty="0" err="1" smtClean="0"/>
              <a:t>filterval</a:t>
            </a:r>
            <a:r>
              <a:rPr lang="en-US" sz="2400" b="1" dirty="0" smtClean="0"/>
              <a:t>()</a:t>
            </a:r>
            <a:r>
              <a:rPr lang="en-US" sz="2400" dirty="0" smtClean="0"/>
              <a:t>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96430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xmlns="" id="{B373F125-DEF3-41D6-9918-AB21A2ACC37A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71E9F226-EB6E-48C9-ADDA-636DE4BF4EBE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90581" y="485678"/>
            <a:ext cx="4174743" cy="58887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6F26ECAD-2F22-E34E-9107-DD9E39AC5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157" y="1113764"/>
            <a:ext cx="3269749" cy="462432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rtl="0" eaLnBrk="1" hangingPunct="1"/>
            <a:r>
              <a:rPr lang="en-US" sz="3200" dirty="0" smtClean="0">
                <a:solidFill>
                  <a:srgbClr val="FFFFFF"/>
                </a:solidFill>
              </a:rPr>
              <a:t>CONTOH </a:t>
            </a:r>
            <a:r>
              <a:rPr lang="en-US" sz="3200" dirty="0" err="1" smtClean="0">
                <a:solidFill>
                  <a:srgbClr val="FFFFFF"/>
                </a:solidFill>
              </a:rPr>
              <a:t>preg_match</a:t>
            </a:r>
            <a:r>
              <a:rPr lang="en-US" sz="3200" dirty="0" smtClean="0">
                <a:solidFill>
                  <a:srgbClr val="FFFFFF"/>
                </a:solidFill>
              </a:rPr>
              <a:t>()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7E5C86B6-2F1B-3C44-AB1E-C5D9D2B4C7F9}"/>
              </a:ext>
            </a:extLst>
          </p:cNvPr>
          <p:cNvSpPr txBox="1"/>
          <p:nvPr/>
        </p:nvSpPr>
        <p:spPr>
          <a:xfrm>
            <a:off x="5007987" y="485679"/>
            <a:ext cx="6545514" cy="319881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Nama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terdiri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dari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karakter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alfabet</a:t>
            </a:r>
            <a:endParaRPr lang="en-US" sz="2000" dirty="0" smtClean="0">
              <a:solidFill>
                <a:schemeClr val="tx2"/>
              </a:solidFill>
              <a:latin typeface="+mn-lt"/>
            </a:endParaRPr>
          </a:p>
          <a:p>
            <a:pPr marL="285750" indent="-285750"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dirty="0" smtClean="0">
              <a:solidFill>
                <a:schemeClr val="tx2"/>
              </a:solidFill>
              <a:latin typeface="+mn-lt"/>
            </a:endParaRPr>
          </a:p>
          <a:p>
            <a:pPr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 marL="800100" lvl="1" indent="-342900" eaLnBrk="1" hangingPunct="1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 sz="2000" dirty="0"/>
              <a:t>^ </a:t>
            </a:r>
            <a:r>
              <a:rPr lang="en-US" sz="2000" dirty="0" err="1" smtClean="0"/>
              <a:t>adalah</a:t>
            </a:r>
            <a:r>
              <a:rPr lang="en-US" sz="2000" dirty="0" smtClean="0"/>
              <a:t> </a:t>
            </a:r>
            <a:r>
              <a:rPr lang="en-US" sz="2000" dirty="0" err="1" smtClean="0"/>
              <a:t>penanda</a:t>
            </a:r>
            <a:r>
              <a:rPr lang="en-US" sz="2000" dirty="0" smtClean="0"/>
              <a:t> </a:t>
            </a:r>
            <a:r>
              <a:rPr lang="en-US" sz="2000" dirty="0" err="1" smtClean="0"/>
              <a:t>mulainya</a:t>
            </a:r>
            <a:r>
              <a:rPr lang="en-US" sz="2000" dirty="0" smtClean="0"/>
              <a:t> string</a:t>
            </a:r>
            <a:endParaRPr lang="en-US" sz="2000" dirty="0" smtClean="0"/>
          </a:p>
          <a:p>
            <a:pPr marL="800100" lvl="1" indent="-342900" eaLnBrk="1" hangingPunct="1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 sz="2000" dirty="0" smtClean="0"/>
              <a:t>$ </a:t>
            </a:r>
            <a:r>
              <a:rPr lang="en-US" sz="2000" dirty="0" err="1"/>
              <a:t>adalah</a:t>
            </a:r>
            <a:r>
              <a:rPr lang="en-US" sz="2000" dirty="0"/>
              <a:t> </a:t>
            </a:r>
            <a:r>
              <a:rPr lang="en-US" sz="2000" dirty="0" err="1"/>
              <a:t>penanda</a:t>
            </a:r>
            <a:r>
              <a:rPr lang="en-US" sz="2000" dirty="0"/>
              <a:t> </a:t>
            </a:r>
            <a:r>
              <a:rPr lang="en-US" sz="2000" dirty="0" err="1" smtClean="0"/>
              <a:t>penutupnya</a:t>
            </a:r>
            <a:r>
              <a:rPr lang="en-US" sz="2000" dirty="0" smtClean="0"/>
              <a:t> </a:t>
            </a:r>
            <a:r>
              <a:rPr lang="en-US" sz="2000" dirty="0"/>
              <a:t>string</a:t>
            </a:r>
            <a:endParaRPr lang="en-US" sz="2000" dirty="0"/>
          </a:p>
          <a:p>
            <a:pPr marL="800100" lvl="1" indent="-342900" eaLnBrk="1" hangingPunct="1">
              <a:spcBef>
                <a:spcPts val="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Arial" panose="020B0604020202020204" pitchFamily="34" charset="0"/>
              <a:buChar char="•"/>
            </a:pPr>
            <a:r>
              <a:rPr lang="en-US" sz="2000" dirty="0" smtClean="0"/>
              <a:t>"a-</a:t>
            </a:r>
            <a:r>
              <a:rPr lang="en-US" sz="2000" dirty="0" err="1" smtClean="0"/>
              <a:t>zA</a:t>
            </a:r>
            <a:r>
              <a:rPr lang="en-US" sz="2000" dirty="0" smtClean="0"/>
              <a:t>-Z</a:t>
            </a:r>
            <a:r>
              <a:rPr lang="en-US" sz="2000" dirty="0"/>
              <a:t>" </a:t>
            </a:r>
            <a:r>
              <a:rPr lang="en-US" sz="2000" dirty="0" err="1" smtClean="0"/>
              <a:t>digunakan</a:t>
            </a:r>
            <a:r>
              <a:rPr lang="en-US" sz="2000" dirty="0" smtClean="0"/>
              <a:t> </a:t>
            </a:r>
            <a:r>
              <a:rPr lang="en-US" sz="2000" dirty="0" err="1" smtClean="0"/>
              <a:t>untuk</a:t>
            </a:r>
            <a:r>
              <a:rPr lang="en-US" sz="2000" dirty="0" smtClean="0"/>
              <a:t> </a:t>
            </a:r>
            <a:r>
              <a:rPr lang="en-US" sz="2000" dirty="0" err="1" smtClean="0"/>
              <a:t>ekspresi</a:t>
            </a:r>
            <a:r>
              <a:rPr lang="en-US" sz="2000" dirty="0" smtClean="0"/>
              <a:t> </a:t>
            </a:r>
            <a:r>
              <a:rPr lang="en-US" sz="2000" dirty="0" err="1" smtClean="0"/>
              <a:t>menyertakan</a:t>
            </a:r>
            <a:r>
              <a:rPr lang="en-US" sz="2000" dirty="0" smtClean="0"/>
              <a:t> alphabet </a:t>
            </a:r>
            <a:r>
              <a:rPr lang="en-US" sz="2000" dirty="0" err="1" smtClean="0"/>
              <a:t>huruf</a:t>
            </a:r>
            <a:r>
              <a:rPr lang="en-US" sz="2000" dirty="0" smtClean="0"/>
              <a:t> </a:t>
            </a:r>
            <a:r>
              <a:rPr lang="en-US" sz="2000" dirty="0" err="1" smtClean="0"/>
              <a:t>besar</a:t>
            </a:r>
            <a:r>
              <a:rPr lang="en-US" sz="2000" dirty="0" smtClean="0"/>
              <a:t> </a:t>
            </a:r>
            <a:r>
              <a:rPr lang="en-US" sz="2000" dirty="0" err="1" smtClean="0"/>
              <a:t>dan</a:t>
            </a:r>
            <a:r>
              <a:rPr lang="en-US" sz="2000" dirty="0" smtClean="0"/>
              <a:t> </a:t>
            </a:r>
            <a:r>
              <a:rPr lang="en-US" sz="2000" dirty="0" err="1" smtClean="0"/>
              <a:t>huruf</a:t>
            </a:r>
            <a:r>
              <a:rPr lang="en-US" sz="2000" dirty="0" smtClean="0"/>
              <a:t> </a:t>
            </a:r>
            <a:r>
              <a:rPr lang="en-US" sz="2000" dirty="0" err="1" smtClean="0"/>
              <a:t>kecil</a:t>
            </a:r>
            <a:r>
              <a:rPr lang="en-US" sz="2000" dirty="0" smtClean="0"/>
              <a:t>.</a:t>
            </a:r>
            <a:endParaRPr lang="en-US" sz="2000" dirty="0" smtClean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l="1" t="6356" r="335"/>
          <a:stretch/>
        </p:blipFill>
        <p:spPr>
          <a:xfrm>
            <a:off x="5274280" y="874059"/>
            <a:ext cx="6653262" cy="13791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7E5C86B6-2F1B-3C44-AB1E-C5D9D2B4C7F9}"/>
              </a:ext>
            </a:extLst>
          </p:cNvPr>
          <p:cNvSpPr txBox="1"/>
          <p:nvPr/>
        </p:nvSpPr>
        <p:spPr>
          <a:xfrm>
            <a:off x="5048328" y="3982707"/>
            <a:ext cx="6545514" cy="182642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85750"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Username: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Karakter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pertama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harus</a:t>
            </a:r>
            <a:r>
              <a:rPr lang="en-US" sz="2000" dirty="0" smtClean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2000" dirty="0" err="1" smtClean="0">
                <a:solidFill>
                  <a:schemeClr val="tx2"/>
                </a:solidFill>
                <a:latin typeface="+mn-lt"/>
              </a:rPr>
              <a:t>alfabet</a:t>
            </a:r>
            <a:endParaRPr lang="en-US" sz="2000" dirty="0" smtClean="0">
              <a:solidFill>
                <a:schemeClr val="tx2"/>
              </a:solidFill>
              <a:latin typeface="+mn-lt"/>
            </a:endParaRPr>
          </a:p>
          <a:p>
            <a:pPr marL="285750" indent="-285750"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</a:pPr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dirty="0" smtClean="0">
              <a:solidFill>
                <a:schemeClr val="tx2"/>
              </a:solidFill>
              <a:latin typeface="+mn-lt"/>
            </a:endParaRPr>
          </a:p>
          <a:p>
            <a:pPr algn="l" rtl="0"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sz="2000" dirty="0">
              <a:solidFill>
                <a:schemeClr val="tx2"/>
              </a:solidFill>
              <a:latin typeface="+mn-lt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722" y="4371085"/>
            <a:ext cx="6346146" cy="143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326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17FCC9-D572-D74B-9055-0C5EDD84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err="1" smtClean="0"/>
              <a:t>FILe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en-US" dirty="0" err="1"/>
              <a:t>Penanganan</a:t>
            </a:r>
            <a:r>
              <a:rPr lang="en-US" dirty="0"/>
              <a:t> file </a:t>
            </a:r>
            <a:r>
              <a:rPr lang="en-US" dirty="0" smtClean="0"/>
              <a:t>/ file handling </a:t>
            </a:r>
            <a:r>
              <a:rPr lang="en-US" dirty="0" err="1" smtClean="0"/>
              <a:t>adalah</a:t>
            </a:r>
            <a:r>
              <a:rPr lang="en-US" dirty="0" smtClean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penting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aplikasi</a:t>
            </a:r>
            <a:r>
              <a:rPr lang="en-US" dirty="0"/>
              <a:t> </a:t>
            </a:r>
            <a:r>
              <a:rPr lang="en-US" dirty="0" smtClean="0"/>
              <a:t>web.  Kita </a:t>
            </a:r>
            <a:r>
              <a:rPr lang="en-US" dirty="0" err="1" smtClean="0"/>
              <a:t>sering</a:t>
            </a:r>
            <a:r>
              <a:rPr lang="en-US" dirty="0" smtClean="0"/>
              <a:t> </a:t>
            </a:r>
            <a:r>
              <a:rPr lang="en-US" dirty="0"/>
              <a:t>kali </a:t>
            </a:r>
            <a:r>
              <a:rPr lang="en-US" dirty="0" err="1"/>
              <a:t>perlu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memproses</a:t>
            </a:r>
            <a:r>
              <a:rPr lang="en-US" dirty="0"/>
              <a:t> file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berbagai</a:t>
            </a:r>
            <a:r>
              <a:rPr lang="en-US" dirty="0"/>
              <a:t> </a:t>
            </a:r>
            <a:r>
              <a:rPr lang="en-US" dirty="0" err="1"/>
              <a:t>tugas</a:t>
            </a:r>
            <a:r>
              <a:rPr lang="en-US" dirty="0"/>
              <a:t>.</a:t>
            </a:r>
          </a:p>
          <a:p>
            <a:r>
              <a:rPr lang="en-US" dirty="0" err="1"/>
              <a:t>Sebelum</a:t>
            </a:r>
            <a:r>
              <a:rPr lang="en-US" dirty="0"/>
              <a:t> </a:t>
            </a:r>
            <a:r>
              <a:rPr lang="en-US" dirty="0" err="1"/>
              <a:t>mengakses</a:t>
            </a:r>
            <a:r>
              <a:rPr lang="en-US" dirty="0"/>
              <a:t> </a:t>
            </a:r>
            <a:r>
              <a:rPr lang="en-US" dirty="0" err="1"/>
              <a:t>suatu</a:t>
            </a:r>
            <a:r>
              <a:rPr lang="en-US" dirty="0"/>
              <a:t> file, </a:t>
            </a:r>
            <a:r>
              <a:rPr lang="en-US" dirty="0" err="1"/>
              <a:t>kita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file yang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kita</a:t>
            </a:r>
            <a:r>
              <a:rPr lang="en-US" dirty="0"/>
              <a:t> proses </a:t>
            </a:r>
            <a:r>
              <a:rPr lang="en-US" dirty="0" err="1"/>
              <a:t>terlebih</a:t>
            </a:r>
            <a:r>
              <a:rPr lang="en-US" dirty="0"/>
              <a:t> </a:t>
            </a:r>
            <a:r>
              <a:rPr lang="en-US" dirty="0" err="1"/>
              <a:t>dahulu</a:t>
            </a:r>
            <a:r>
              <a:rPr lang="en-US" dirty="0"/>
              <a:t>. PHP </a:t>
            </a:r>
            <a:r>
              <a:rPr lang="en-US" dirty="0" err="1"/>
              <a:t>menyediakan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built-in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membuka</a:t>
            </a:r>
            <a:r>
              <a:rPr lang="en-US" dirty="0"/>
              <a:t> file </a:t>
            </a:r>
            <a:r>
              <a:rPr lang="en-US" dirty="0" err="1"/>
              <a:t>yaitu</a:t>
            </a:r>
            <a:r>
              <a:rPr lang="en-US" dirty="0"/>
              <a:t> </a:t>
            </a:r>
            <a:r>
              <a:rPr lang="en-US" b="1" dirty="0" err="1" smtClean="0"/>
              <a:t>fopen</a:t>
            </a:r>
            <a:r>
              <a:rPr lang="en-US" b="1" dirty="0" smtClean="0"/>
              <a:t>()</a:t>
            </a:r>
            <a:endParaRPr lang="en-US" b="1" dirty="0"/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b="1" dirty="0" err="1" smtClean="0"/>
              <a:t>fread</a:t>
            </a:r>
            <a:r>
              <a:rPr lang="en-US" b="1" dirty="0" smtClean="0"/>
              <a:t>()</a:t>
            </a:r>
            <a:r>
              <a:rPr lang="en-US" dirty="0" smtClean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membaca</a:t>
            </a:r>
            <a:r>
              <a:rPr lang="en-US" dirty="0"/>
              <a:t> data </a:t>
            </a:r>
            <a:r>
              <a:rPr lang="en-US" dirty="0" err="1"/>
              <a:t>dari</a:t>
            </a:r>
            <a:r>
              <a:rPr lang="en-US" dirty="0"/>
              <a:t> file yang </a:t>
            </a:r>
            <a:r>
              <a:rPr lang="en-US" dirty="0" err="1"/>
              <a:t>dibuka</a:t>
            </a:r>
            <a:r>
              <a:rPr lang="en-US" dirty="0"/>
              <a:t>. Parameter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fread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file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jumlah</a:t>
            </a:r>
            <a:r>
              <a:rPr lang="en-US" dirty="0"/>
              <a:t> byte </a:t>
            </a:r>
            <a:r>
              <a:rPr lang="en-US" dirty="0" err="1"/>
              <a:t>maksimum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dibaca</a:t>
            </a:r>
            <a:r>
              <a:rPr lang="en-US" dirty="0"/>
              <a:t>.</a:t>
            </a:r>
          </a:p>
          <a:p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b="1" dirty="0" err="1" smtClean="0"/>
              <a:t>fclose</a:t>
            </a:r>
            <a:r>
              <a:rPr lang="en-US" b="1" dirty="0" smtClean="0"/>
              <a:t>()</a:t>
            </a:r>
            <a:r>
              <a:rPr lang="en-US" dirty="0" smtClean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menutup</a:t>
            </a:r>
            <a:r>
              <a:rPr lang="en-US" dirty="0"/>
              <a:t> file.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075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xmlns="" id="{7A1EB241-0852-428A-8A50-67737CA93843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xmlns="" id="{7A23EDC2-E1E5-4C5D-9C74-714516AF52DC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xmlns="" id="{B2781548-0E4F-4401-A909-82EDF50DBED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xmlns="" id="{33030110-5A0B-4476-9070-A890E198797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70" name="Rectangle 69">
            <a:extLst>
              <a:ext uri="{FF2B5EF4-FFF2-40B4-BE49-F238E27FC236}">
                <a16:creationId xmlns:a16="http://schemas.microsoft.com/office/drawing/2014/main" xmlns="" id="{F282AF3E-C03D-41B7-91EB-BFF50ED47D22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SpPr>
        <p:spPr>
          <a:xfrm>
            <a:off x="0" y="723900"/>
            <a:ext cx="12192000" cy="61341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70A883A8-0B46-464E-8D83-7AD4C35F8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1" y="723901"/>
            <a:ext cx="10993549" cy="60735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rtl="0" eaLnBrk="1" hangingPunct="1"/>
            <a:r>
              <a:rPr lang="en-US" sz="3600" dirty="0" smtClean="0">
                <a:solidFill>
                  <a:schemeClr val="accent1"/>
                </a:solidFill>
              </a:rPr>
              <a:t>CONTOH</a:t>
            </a:r>
            <a:endParaRPr lang="en-US" sz="3600" dirty="0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7E5C86B6-2F1B-3C44-AB1E-C5D9D2B4C7F9}"/>
              </a:ext>
            </a:extLst>
          </p:cNvPr>
          <p:cNvSpPr txBox="1"/>
          <p:nvPr/>
        </p:nvSpPr>
        <p:spPr>
          <a:xfrm>
            <a:off x="581190" y="1331259"/>
            <a:ext cx="10821915" cy="450476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&lt;html&gt;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&lt;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body&gt;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&lt;?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</a:rPr>
              <a:t>php</a:t>
            </a:r>
            <a:endParaRPr lang="en-US" dirty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	$</a:t>
            </a:r>
            <a:r>
              <a:rPr lang="en-US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file_name</a:t>
            </a: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</a:rPr>
              <a:t>fopen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("test.txt", "r") or die("Sorry, can't open the file.");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	echo </a:t>
            </a:r>
            <a:r>
              <a:rPr lang="en-US" dirty="0" err="1">
                <a:solidFill>
                  <a:schemeClr val="tx2"/>
                </a:solidFill>
                <a:latin typeface="Consolas" panose="020B0609020204030204" pitchFamily="49" charset="0"/>
              </a:rPr>
              <a:t>fread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($</a:t>
            </a:r>
            <a:r>
              <a:rPr lang="en-US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file_name,filesize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("test.txt"));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	</a:t>
            </a:r>
            <a:r>
              <a:rPr lang="en-US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fclose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($</a:t>
            </a:r>
            <a:r>
              <a:rPr lang="en-US" dirty="0" err="1" smtClean="0">
                <a:solidFill>
                  <a:schemeClr val="tx2"/>
                </a:solidFill>
                <a:latin typeface="Consolas" panose="020B0609020204030204" pitchFamily="49" charset="0"/>
              </a:rPr>
              <a:t>file_name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);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?&gt;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endParaRPr lang="en-US" dirty="0" smtClean="0">
              <a:solidFill>
                <a:schemeClr val="tx2"/>
              </a:solidFill>
              <a:latin typeface="Consolas" panose="020B0609020204030204" pitchFamily="49" charset="0"/>
            </a:endParaRP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body&gt;</a:t>
            </a:r>
          </a:p>
          <a:p>
            <a:pPr eaLnBrk="1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</a:pPr>
            <a:r>
              <a:rPr lang="en-US" dirty="0" smtClean="0">
                <a:solidFill>
                  <a:schemeClr val="tx2"/>
                </a:solidFill>
                <a:latin typeface="Consolas" panose="020B0609020204030204" pitchFamily="49" charset="0"/>
              </a:rPr>
              <a:t>&lt;/</a:t>
            </a:r>
            <a:r>
              <a:rPr lang="en-US" dirty="0">
                <a:solidFill>
                  <a:schemeClr val="tx2"/>
                </a:solidFill>
                <a:latin typeface="Consolas" panose="020B0609020204030204" pitchFamily="49" charset="0"/>
              </a:rPr>
              <a:t>html&gt;</a:t>
            </a:r>
            <a:endParaRPr lang="en-US" dirty="0" smtClean="0">
              <a:solidFill>
                <a:schemeClr val="tx2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5843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17FCC9-D572-D74B-9055-0C5EDD84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err="1" smtClean="0"/>
              <a:t>FILe</a:t>
            </a:r>
            <a:r>
              <a:rPr lang="en-US" dirty="0" smtClean="0"/>
              <a:t> UPLOAD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81192" y="1898110"/>
            <a:ext cx="11029615" cy="1692256"/>
          </a:xfrm>
        </p:spPr>
        <p:txBody>
          <a:bodyPr anchor="t"/>
          <a:lstStyle/>
          <a:p>
            <a:r>
              <a:rPr lang="en-US" dirty="0"/>
              <a:t>Proses upload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menyalin</a:t>
            </a:r>
            <a:r>
              <a:rPr lang="en-US" dirty="0"/>
              <a:t> file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direktori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</a:t>
            </a:r>
            <a:r>
              <a:rPr lang="en-US" dirty="0" err="1"/>
              <a:t>lokal</a:t>
            </a:r>
            <a:r>
              <a:rPr lang="en-US" dirty="0"/>
              <a:t> (</a:t>
            </a:r>
            <a:r>
              <a:rPr lang="en-US" dirty="0" err="1"/>
              <a:t>klien</a:t>
            </a:r>
            <a:r>
              <a:rPr lang="en-US" dirty="0"/>
              <a:t>)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server.</a:t>
            </a:r>
          </a:p>
          <a:p>
            <a:r>
              <a:rPr lang="en-US" dirty="0" err="1"/>
              <a:t>Banyak</a:t>
            </a:r>
            <a:r>
              <a:rPr lang="en-US" dirty="0"/>
              <a:t> </a:t>
            </a:r>
            <a:r>
              <a:rPr lang="en-US" dirty="0" err="1"/>
              <a:t>sekali</a:t>
            </a:r>
            <a:r>
              <a:rPr lang="en-US" dirty="0"/>
              <a:t> </a:t>
            </a:r>
            <a:r>
              <a:rPr lang="en-US" dirty="0" err="1"/>
              <a:t>kegunaan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upload </a:t>
            </a:r>
            <a:r>
              <a:rPr lang="en-US" dirty="0" err="1"/>
              <a:t>ini</a:t>
            </a:r>
            <a:r>
              <a:rPr lang="en-US" dirty="0"/>
              <a:t>, </a:t>
            </a:r>
            <a:r>
              <a:rPr lang="en-US" dirty="0" err="1"/>
              <a:t>seperti</a:t>
            </a:r>
            <a:r>
              <a:rPr lang="en-US" dirty="0"/>
              <a:t> </a:t>
            </a:r>
            <a:r>
              <a:rPr lang="en-US" dirty="0" err="1"/>
              <a:t>mengirimkan</a:t>
            </a:r>
            <a:r>
              <a:rPr lang="en-US" dirty="0"/>
              <a:t> file </a:t>
            </a:r>
            <a:r>
              <a:rPr lang="en-US" dirty="0" err="1"/>
              <a:t>foto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client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sistem</a:t>
            </a:r>
            <a:r>
              <a:rPr lang="en-US" dirty="0"/>
              <a:t>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muncul</a:t>
            </a:r>
            <a:r>
              <a:rPr lang="en-US" dirty="0"/>
              <a:t> di </a:t>
            </a:r>
            <a:r>
              <a:rPr lang="en-US" dirty="0" err="1"/>
              <a:t>halaman</a:t>
            </a:r>
            <a:r>
              <a:rPr lang="en-US" dirty="0"/>
              <a:t> web.</a:t>
            </a:r>
          </a:p>
          <a:p>
            <a:r>
              <a:rPr lang="en-US" dirty="0" err="1"/>
              <a:t>Atribut</a:t>
            </a:r>
            <a:r>
              <a:rPr lang="en-US" dirty="0"/>
              <a:t> form </a:t>
            </a:r>
            <a:r>
              <a:rPr lang="en-US" dirty="0" err="1"/>
              <a:t>untuk</a:t>
            </a:r>
            <a:r>
              <a:rPr lang="en-US" dirty="0"/>
              <a:t> upload </a:t>
            </a:r>
            <a:r>
              <a:rPr lang="en-US" dirty="0" err="1"/>
              <a:t>sedikit</a:t>
            </a:r>
            <a:r>
              <a:rPr lang="en-US" dirty="0"/>
              <a:t> </a:t>
            </a:r>
            <a:r>
              <a:rPr lang="en-US" dirty="0" err="1"/>
              <a:t>berbeda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form </a:t>
            </a:r>
            <a:r>
              <a:rPr lang="en-US" dirty="0" err="1"/>
              <a:t>untuk</a:t>
            </a:r>
            <a:r>
              <a:rPr lang="en-US" dirty="0"/>
              <a:t> data </a:t>
            </a:r>
            <a:r>
              <a:rPr lang="en-US" dirty="0" err="1"/>
              <a:t>biasa</a:t>
            </a:r>
            <a:r>
              <a:rPr lang="en-US" dirty="0"/>
              <a:t>, yang </a:t>
            </a:r>
            <a:r>
              <a:rPr lang="en-US" dirty="0" err="1"/>
              <a:t>membedakan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</a:t>
            </a:r>
            <a:r>
              <a:rPr lang="en-US" dirty="0" err="1"/>
              <a:t>tambahan</a:t>
            </a:r>
            <a:r>
              <a:rPr lang="en-US" dirty="0"/>
              <a:t> </a:t>
            </a:r>
            <a:r>
              <a:rPr lang="en-US" dirty="0" err="1"/>
              <a:t>enctype</a:t>
            </a:r>
            <a:r>
              <a:rPr lang="en-US" dirty="0"/>
              <a:t> = "multipart / form-data". </a:t>
            </a:r>
            <a:r>
              <a:rPr lang="en-US" dirty="0" smtClean="0"/>
              <a:t> Tag </a:t>
            </a:r>
            <a:r>
              <a:rPr lang="en-US" dirty="0"/>
              <a:t>&lt;input&gt; </a:t>
            </a:r>
            <a:r>
              <a:rPr lang="en-US" dirty="0" err="1"/>
              <a:t>disetel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</a:t>
            </a:r>
            <a:r>
              <a:rPr lang="en-US" dirty="0" err="1"/>
              <a:t>atribut</a:t>
            </a:r>
            <a:r>
              <a:rPr lang="en-US" dirty="0"/>
              <a:t> type = "file".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209" y="3657601"/>
            <a:ext cx="6451226" cy="29117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Rectangle 4"/>
          <p:cNvSpPr/>
          <p:nvPr/>
        </p:nvSpPr>
        <p:spPr>
          <a:xfrm>
            <a:off x="7527731" y="4097793"/>
            <a:ext cx="38108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Pastikan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form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menggunakan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atribut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200" b="1" dirty="0" smtClean="0">
                <a:solidFill>
                  <a:srgbClr val="000000"/>
                </a:solidFill>
                <a:latin typeface="Verdana" panose="020B0604030504040204" pitchFamily="34" charset="0"/>
              </a:rPr>
              <a:t>method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="post"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Form input file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juga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membutuhkan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tambahan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atribut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en-US" sz="1200" dirty="0" err="1" smtClean="0">
                <a:solidFill>
                  <a:srgbClr val="000000"/>
                </a:solidFill>
                <a:latin typeface="Verdana" panose="020B0604030504040204" pitchFamily="34" charset="0"/>
              </a:rPr>
              <a:t>berikut</a:t>
            </a:r>
            <a:r>
              <a:rPr lang="en-US" sz="1200" dirty="0" smtClean="0">
                <a:solidFill>
                  <a:srgbClr val="000000"/>
                </a:solidFill>
                <a:latin typeface="Verdana" panose="020B0604030504040204" pitchFamily="34" charset="0"/>
              </a:rPr>
              <a:t>: </a:t>
            </a:r>
            <a:r>
              <a:rPr lang="en-US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enctype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="multipart/form-data"</a:t>
            </a:r>
            <a:endParaRPr lang="en-US" sz="1200" b="1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0927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F17FCC9-D572-D74B-9055-0C5EDD843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r>
              <a:rPr lang="en-US" dirty="0" smtClean="0"/>
              <a:t>PEMBATASAN PADA file </a:t>
            </a:r>
            <a:r>
              <a:rPr lang="en-US" dirty="0" smtClean="0"/>
              <a:t>upload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r="20693"/>
          <a:stretch/>
        </p:blipFill>
        <p:spPr>
          <a:xfrm>
            <a:off x="581191" y="1994828"/>
            <a:ext cx="4891141" cy="1676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499" y="1994828"/>
            <a:ext cx="5673309" cy="16768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531" y="4077149"/>
            <a:ext cx="9608940" cy="19578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9250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50A5C8-1E92-5E46-93BB-D84359372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rtl="0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DDB7A8F2-BFD0-ED4A-AC2B-DA18B61C6C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2129562"/>
              </p:ext>
            </p:extLst>
          </p:nvPr>
        </p:nvGraphicFramePr>
        <p:xfrm>
          <a:off x="581192" y="2180496"/>
          <a:ext cx="11029615" cy="36783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92027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5391</TotalTime>
  <Words>924</Words>
  <Application>Microsoft Office PowerPoint</Application>
  <PresentationFormat>Widescreen</PresentationFormat>
  <Paragraphs>111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Consolas</vt:lpstr>
      <vt:lpstr>Gill Sans MT</vt:lpstr>
      <vt:lpstr>Times New Roman</vt:lpstr>
      <vt:lpstr>Verdana</vt:lpstr>
      <vt:lpstr>Wingdings 2</vt:lpstr>
      <vt:lpstr>Dividend</vt:lpstr>
      <vt:lpstr>PowerPoint Presentation</vt:lpstr>
      <vt:lpstr>POKOK BAHASAN</vt:lpstr>
      <vt:lpstr>TUJUAN</vt:lpstr>
      <vt:lpstr>FORM</vt:lpstr>
      <vt:lpstr>FORM STRUCTURE</vt:lpstr>
      <vt:lpstr>FORM HANDLING</vt:lpstr>
      <vt:lpstr>FORM HANDLING</vt:lpstr>
      <vt:lpstr>CONTOH FORM HANDLING</vt:lpstr>
      <vt:lpstr>FORM VALIDATION</vt:lpstr>
      <vt:lpstr>FORM REQUIRED</vt:lpstr>
      <vt:lpstr>CONTOH</vt:lpstr>
      <vt:lpstr>Memvalidasi URL / e-mail</vt:lpstr>
      <vt:lpstr>CONTOH preg_match()</vt:lpstr>
      <vt:lpstr>FILe</vt:lpstr>
      <vt:lpstr>CONTOH</vt:lpstr>
      <vt:lpstr>FILe UPLOAD</vt:lpstr>
      <vt:lpstr>PEMBATASAN PADA file upload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yushintia pramitarini</dc:creator>
  <cp:lastModifiedBy>wilda</cp:lastModifiedBy>
  <cp:revision>38</cp:revision>
  <dcterms:created xsi:type="dcterms:W3CDTF">2020-10-23T03:37:21Z</dcterms:created>
  <dcterms:modified xsi:type="dcterms:W3CDTF">2020-11-09T10:23:09Z</dcterms:modified>
</cp:coreProperties>
</file>